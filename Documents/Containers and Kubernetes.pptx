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451" r:id="rId5"/>
    <p:sldId id="440" r:id="rId6"/>
    <p:sldId id="453" r:id="rId7"/>
    <p:sldId id="455" r:id="rId8"/>
    <p:sldId id="456" r:id="rId9"/>
    <p:sldId id="457" r:id="rId10"/>
    <p:sldId id="458" r:id="rId11"/>
    <p:sldId id="459" r:id="rId12"/>
    <p:sldId id="461" r:id="rId13"/>
    <p:sldId id="462" r:id="rId14"/>
    <p:sldId id="463" r:id="rId15"/>
    <p:sldId id="460" r:id="rId16"/>
    <p:sldId id="464" r:id="rId17"/>
    <p:sldId id="454" r:id="rId18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1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 Dutton" initials="RD" lastIdx="1" clrIdx="2">
    <p:extLst>
      <p:ext uri="{19B8F6BF-5375-455C-9EA6-DF929625EA0E}">
        <p15:presenceInfo xmlns:p15="http://schemas.microsoft.com/office/powerpoint/2012/main" userId="S::richard.dutton@symatrix.com::0449422d-0484-4963-a15d-2aba17008973" providerId="AD"/>
      </p:ext>
    </p:extLst>
  </p:cmAuthor>
  <p:cmAuthor id="2" name="Lucy Fry" initials="LF" lastIdx="1" clrIdx="1">
    <p:extLst>
      <p:ext uri="{19B8F6BF-5375-455C-9EA6-DF929625EA0E}">
        <p15:presenceInfo xmlns:p15="http://schemas.microsoft.com/office/powerpoint/2012/main" userId="S-1-5-21-2671858837-2280298200-4102729584-86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3C63"/>
    <a:srgbClr val="75CCD2"/>
    <a:srgbClr val="056576"/>
    <a:srgbClr val="853995"/>
    <a:srgbClr val="F1F1F1"/>
    <a:srgbClr val="5C62AC"/>
    <a:srgbClr val="2A2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50B4A-F31E-4B23-A008-6B141237BA35}" v="228" dt="2025-01-22T14:40:25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63" autoAdjust="0"/>
    <p:restoredTop sz="95296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924" y="114"/>
      </p:cViewPr>
      <p:guideLst>
        <p:guide orient="horz" pos="2160"/>
        <p:guide pos="3840"/>
        <p:guide orient="horz" pos="1146"/>
      </p:guideLst>
    </p:cSldViewPr>
  </p:slideViewPr>
  <p:outlineViewPr>
    <p:cViewPr>
      <p:scale>
        <a:sx n="33" d="100"/>
        <a:sy n="33" d="100"/>
      </p:scale>
      <p:origin x="0" y="-5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Ede" userId="e68c78e8-4cae-4974-bad3-a81d74b199be" providerId="ADAL" clId="{36050B4A-F31E-4B23-A008-6B141237BA35}"/>
    <pc:docChg chg="undo custSel addSld delSld modSld sldOrd">
      <pc:chgData name="Daniel Ede" userId="e68c78e8-4cae-4974-bad3-a81d74b199be" providerId="ADAL" clId="{36050B4A-F31E-4B23-A008-6B141237BA35}" dt="2025-01-22T14:41:03.480" v="4856" actId="20577"/>
      <pc:docMkLst>
        <pc:docMk/>
      </pc:docMkLst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1365645536" sldId="436"/>
        </pc:sldMkLst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2644862929" sldId="437"/>
        </pc:sldMkLst>
      </pc:sldChg>
      <pc:sldChg chg="modSp modAnim">
        <pc:chgData name="Daniel Ede" userId="e68c78e8-4cae-4974-bad3-a81d74b199be" providerId="ADAL" clId="{36050B4A-F31E-4B23-A008-6B141237BA35}" dt="2025-01-22T14:07:07.237" v="4441"/>
        <pc:sldMkLst>
          <pc:docMk/>
          <pc:sldMk cId="1612054087" sldId="440"/>
        </pc:sldMkLst>
        <pc:graphicFrameChg chg="mod">
          <ac:chgData name="Daniel Ede" userId="e68c78e8-4cae-4974-bad3-a81d74b199be" providerId="ADAL" clId="{36050B4A-F31E-4B23-A008-6B141237BA35}" dt="2025-01-21T15:22:04.032" v="3344" actId="20577"/>
          <ac:graphicFrameMkLst>
            <pc:docMk/>
            <pc:sldMk cId="1612054087" sldId="440"/>
            <ac:graphicFrameMk id="14" creationId="{18523B40-C423-A632-B7CE-34756C3B2B5B}"/>
          </ac:graphicFrameMkLst>
        </pc:graphicFrameChg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2729296353" sldId="442"/>
        </pc:sldMkLst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441013709" sldId="443"/>
        </pc:sldMkLst>
      </pc:sldChg>
      <pc:sldChg chg="addSp delSp modSp del mod">
        <pc:chgData name="Daniel Ede" userId="e68c78e8-4cae-4974-bad3-a81d74b199be" providerId="ADAL" clId="{36050B4A-F31E-4B23-A008-6B141237BA35}" dt="2025-01-20T16:40:10.741" v="160" actId="2696"/>
        <pc:sldMkLst>
          <pc:docMk/>
          <pc:sldMk cId="684812966" sldId="444"/>
        </pc:sldMkLst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3247897033" sldId="445"/>
        </pc:sldMkLst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3179249041" sldId="448"/>
        </pc:sldMkLst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3625524703" sldId="449"/>
        </pc:sldMkLst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2519429498" sldId="450"/>
        </pc:sldMkLst>
      </pc:sldChg>
      <pc:sldChg chg="modSp mod">
        <pc:chgData name="Daniel Ede" userId="e68c78e8-4cae-4974-bad3-a81d74b199be" providerId="ADAL" clId="{36050B4A-F31E-4B23-A008-6B141237BA35}" dt="2025-01-20T16:34:12.392" v="60" actId="20577"/>
        <pc:sldMkLst>
          <pc:docMk/>
          <pc:sldMk cId="992270026" sldId="451"/>
        </pc:sldMkLst>
        <pc:spChg chg="mod">
          <ac:chgData name="Daniel Ede" userId="e68c78e8-4cae-4974-bad3-a81d74b199be" providerId="ADAL" clId="{36050B4A-F31E-4B23-A008-6B141237BA35}" dt="2025-01-20T16:34:04.492" v="52" actId="20577"/>
          <ac:spMkLst>
            <pc:docMk/>
            <pc:sldMk cId="992270026" sldId="451"/>
            <ac:spMk id="2" creationId="{59991645-067E-3BDD-B9B6-70C93F69C2AC}"/>
          </ac:spMkLst>
        </pc:spChg>
        <pc:spChg chg="mod">
          <ac:chgData name="Daniel Ede" userId="e68c78e8-4cae-4974-bad3-a81d74b199be" providerId="ADAL" clId="{36050B4A-F31E-4B23-A008-6B141237BA35}" dt="2025-01-20T16:34:12.392" v="60" actId="20577"/>
          <ac:spMkLst>
            <pc:docMk/>
            <pc:sldMk cId="992270026" sldId="451"/>
            <ac:spMk id="3" creationId="{F530AC3B-4F53-0B79-C6AB-D18521CD87DE}"/>
          </ac:spMkLst>
        </pc:spChg>
      </pc:sldChg>
      <pc:sldChg chg="del">
        <pc:chgData name="Daniel Ede" userId="e68c78e8-4cae-4974-bad3-a81d74b199be" providerId="ADAL" clId="{36050B4A-F31E-4B23-A008-6B141237BA35}" dt="2025-01-20T16:40:10.741" v="160" actId="2696"/>
        <pc:sldMkLst>
          <pc:docMk/>
          <pc:sldMk cId="1210913750" sldId="452"/>
        </pc:sldMkLst>
      </pc:sldChg>
      <pc:sldChg chg="modSp mod modAnim">
        <pc:chgData name="Daniel Ede" userId="e68c78e8-4cae-4974-bad3-a81d74b199be" providerId="ADAL" clId="{36050B4A-F31E-4B23-A008-6B141237BA35}" dt="2025-01-21T15:04:41.370" v="2900"/>
        <pc:sldMkLst>
          <pc:docMk/>
          <pc:sldMk cId="2652708878" sldId="453"/>
        </pc:sldMkLst>
        <pc:spChg chg="mod">
          <ac:chgData name="Daniel Ede" userId="e68c78e8-4cae-4974-bad3-a81d74b199be" providerId="ADAL" clId="{36050B4A-F31E-4B23-A008-6B141237BA35}" dt="2025-01-20T16:44:40.976" v="703" actId="20577"/>
          <ac:spMkLst>
            <pc:docMk/>
            <pc:sldMk cId="2652708878" sldId="453"/>
            <ac:spMk id="2" creationId="{FD609972-7559-1853-88AC-F0296BC98B3A}"/>
          </ac:spMkLst>
        </pc:spChg>
        <pc:spChg chg="mod">
          <ac:chgData name="Daniel Ede" userId="e68c78e8-4cae-4974-bad3-a81d74b199be" providerId="ADAL" clId="{36050B4A-F31E-4B23-A008-6B141237BA35}" dt="2025-01-20T16:40:45.307" v="194" actId="20577"/>
          <ac:spMkLst>
            <pc:docMk/>
            <pc:sldMk cId="2652708878" sldId="453"/>
            <ac:spMk id="3" creationId="{0F4E5262-124E-F85F-1C75-CEBB53677296}"/>
          </ac:spMkLst>
        </pc:spChg>
      </pc:sldChg>
      <pc:sldChg chg="modSp add mod">
        <pc:chgData name="Daniel Ede" userId="e68c78e8-4cae-4974-bad3-a81d74b199be" providerId="ADAL" clId="{36050B4A-F31E-4B23-A008-6B141237BA35}" dt="2025-01-20T17:38:14.450" v="2740" actId="20577"/>
        <pc:sldMkLst>
          <pc:docMk/>
          <pc:sldMk cId="4289687614" sldId="454"/>
        </pc:sldMkLst>
        <pc:spChg chg="mod">
          <ac:chgData name="Daniel Ede" userId="e68c78e8-4cae-4974-bad3-a81d74b199be" providerId="ADAL" clId="{36050B4A-F31E-4B23-A008-6B141237BA35}" dt="2025-01-20T17:38:14.450" v="2740" actId="20577"/>
          <ac:spMkLst>
            <pc:docMk/>
            <pc:sldMk cId="4289687614" sldId="454"/>
            <ac:spMk id="2" creationId="{117D53EA-2E61-57D7-BA4D-D3F59D7DADE1}"/>
          </ac:spMkLst>
        </pc:spChg>
      </pc:sldChg>
      <pc:sldChg chg="addSp delSp modSp new mod modAnim">
        <pc:chgData name="Daniel Ede" userId="e68c78e8-4cae-4974-bad3-a81d74b199be" providerId="ADAL" clId="{36050B4A-F31E-4B23-A008-6B141237BA35}" dt="2025-01-21T15:01:59.639" v="2882"/>
        <pc:sldMkLst>
          <pc:docMk/>
          <pc:sldMk cId="2992960500" sldId="455"/>
        </pc:sldMkLst>
        <pc:spChg chg="mod">
          <ac:chgData name="Daniel Ede" userId="e68c78e8-4cae-4974-bad3-a81d74b199be" providerId="ADAL" clId="{36050B4A-F31E-4B23-A008-6B141237BA35}" dt="2025-01-21T14:57:34.155" v="2827" actId="1076"/>
          <ac:spMkLst>
            <pc:docMk/>
            <pc:sldMk cId="2992960500" sldId="455"/>
            <ac:spMk id="2" creationId="{F445487C-1BE0-FAC1-59FD-6528B51A9432}"/>
          </ac:spMkLst>
        </pc:spChg>
        <pc:spChg chg="mod">
          <ac:chgData name="Daniel Ede" userId="e68c78e8-4cae-4974-bad3-a81d74b199be" providerId="ADAL" clId="{36050B4A-F31E-4B23-A008-6B141237BA35}" dt="2025-01-21T14:56:39.850" v="2821" actId="20577"/>
          <ac:spMkLst>
            <pc:docMk/>
            <pc:sldMk cId="2992960500" sldId="455"/>
            <ac:spMk id="3" creationId="{935035AF-5309-E906-5E10-E273087C0FE3}"/>
          </ac:spMkLst>
        </pc:spChg>
        <pc:picChg chg="add mod">
          <ac:chgData name="Daniel Ede" userId="e68c78e8-4cae-4974-bad3-a81d74b199be" providerId="ADAL" clId="{36050B4A-F31E-4B23-A008-6B141237BA35}" dt="2025-01-21T14:57:42.501" v="2828" actId="1076"/>
          <ac:picMkLst>
            <pc:docMk/>
            <pc:sldMk cId="2992960500" sldId="455"/>
            <ac:picMk id="6" creationId="{5143B486-5990-F8A4-B1C4-5060086EA359}"/>
          </ac:picMkLst>
        </pc:picChg>
        <pc:picChg chg="add mod">
          <ac:chgData name="Daniel Ede" userId="e68c78e8-4cae-4974-bad3-a81d74b199be" providerId="ADAL" clId="{36050B4A-F31E-4B23-A008-6B141237BA35}" dt="2025-01-21T14:57:42.501" v="2828" actId="1076"/>
          <ac:picMkLst>
            <pc:docMk/>
            <pc:sldMk cId="2992960500" sldId="455"/>
            <ac:picMk id="8" creationId="{07018EF9-32AD-FE8C-9539-35F27055CFE2}"/>
          </ac:picMkLst>
        </pc:picChg>
        <pc:picChg chg="add mod">
          <ac:chgData name="Daniel Ede" userId="e68c78e8-4cae-4974-bad3-a81d74b199be" providerId="ADAL" clId="{36050B4A-F31E-4B23-A008-6B141237BA35}" dt="2025-01-21T14:57:42.501" v="2828" actId="1076"/>
          <ac:picMkLst>
            <pc:docMk/>
            <pc:sldMk cId="2992960500" sldId="455"/>
            <ac:picMk id="10" creationId="{08040246-8B89-B65D-C05E-523C13961EFC}"/>
          </ac:picMkLst>
        </pc:picChg>
        <pc:picChg chg="add mod">
          <ac:chgData name="Daniel Ede" userId="e68c78e8-4cae-4974-bad3-a81d74b199be" providerId="ADAL" clId="{36050B4A-F31E-4B23-A008-6B141237BA35}" dt="2025-01-21T14:57:42.501" v="2828" actId="1076"/>
          <ac:picMkLst>
            <pc:docMk/>
            <pc:sldMk cId="2992960500" sldId="455"/>
            <ac:picMk id="12" creationId="{D9D347B9-E49D-8573-14DF-C033758ECB1B}"/>
          </ac:picMkLst>
        </pc:picChg>
        <pc:cxnChg chg="add mod">
          <ac:chgData name="Daniel Ede" userId="e68c78e8-4cae-4974-bad3-a81d74b199be" providerId="ADAL" clId="{36050B4A-F31E-4B23-A008-6B141237BA35}" dt="2025-01-21T14:57:42.501" v="2828" actId="1076"/>
          <ac:cxnSpMkLst>
            <pc:docMk/>
            <pc:sldMk cId="2992960500" sldId="455"/>
            <ac:cxnSpMk id="14" creationId="{A8EDEDBC-F5F4-81CD-8753-E1FE85582270}"/>
          </ac:cxnSpMkLst>
        </pc:cxnChg>
      </pc:sldChg>
      <pc:sldChg chg="modSp new mod modTransition modAnim">
        <pc:chgData name="Daniel Ede" userId="e68c78e8-4cae-4974-bad3-a81d74b199be" providerId="ADAL" clId="{36050B4A-F31E-4B23-A008-6B141237BA35}" dt="2025-01-22T14:08:21.703" v="4453"/>
        <pc:sldMkLst>
          <pc:docMk/>
          <pc:sldMk cId="1235441335" sldId="456"/>
        </pc:sldMkLst>
        <pc:spChg chg="mod">
          <ac:chgData name="Daniel Ede" userId="e68c78e8-4cae-4974-bad3-a81d74b199be" providerId="ADAL" clId="{36050B4A-F31E-4B23-A008-6B141237BA35}" dt="2025-01-21T15:06:30.054" v="3001" actId="6549"/>
          <ac:spMkLst>
            <pc:docMk/>
            <pc:sldMk cId="1235441335" sldId="456"/>
            <ac:spMk id="2" creationId="{1FE598D3-4028-64CB-5A8C-8FA1E2D7F507}"/>
          </ac:spMkLst>
        </pc:spChg>
        <pc:spChg chg="mod">
          <ac:chgData name="Daniel Ede" userId="e68c78e8-4cae-4974-bad3-a81d74b199be" providerId="ADAL" clId="{36050B4A-F31E-4B23-A008-6B141237BA35}" dt="2025-01-20T17:21:22.568" v="2007" actId="20577"/>
          <ac:spMkLst>
            <pc:docMk/>
            <pc:sldMk cId="1235441335" sldId="456"/>
            <ac:spMk id="3" creationId="{64FC5593-F835-D32F-FA43-71E0C5239DAC}"/>
          </ac:spMkLst>
        </pc:spChg>
      </pc:sldChg>
      <pc:sldChg chg="addSp modSp new mod">
        <pc:chgData name="Daniel Ede" userId="e68c78e8-4cae-4974-bad3-a81d74b199be" providerId="ADAL" clId="{36050B4A-F31E-4B23-A008-6B141237BA35}" dt="2025-01-20T17:10:23.904" v="1940" actId="20577"/>
        <pc:sldMkLst>
          <pc:docMk/>
          <pc:sldMk cId="4120979963" sldId="457"/>
        </pc:sldMkLst>
        <pc:spChg chg="mod">
          <ac:chgData name="Daniel Ede" userId="e68c78e8-4cae-4974-bad3-a81d74b199be" providerId="ADAL" clId="{36050B4A-F31E-4B23-A008-6B141237BA35}" dt="2025-01-20T17:08:48.523" v="1814" actId="14"/>
          <ac:spMkLst>
            <pc:docMk/>
            <pc:sldMk cId="4120979963" sldId="457"/>
            <ac:spMk id="2" creationId="{D74A6A1B-88B0-9B5A-BC95-9CCC15883F2B}"/>
          </ac:spMkLst>
        </pc:spChg>
        <pc:spChg chg="mod">
          <ac:chgData name="Daniel Ede" userId="e68c78e8-4cae-4974-bad3-a81d74b199be" providerId="ADAL" clId="{36050B4A-F31E-4B23-A008-6B141237BA35}" dt="2025-01-20T17:07:33.718" v="1672" actId="20577"/>
          <ac:spMkLst>
            <pc:docMk/>
            <pc:sldMk cId="4120979963" sldId="457"/>
            <ac:spMk id="3" creationId="{391513E9-50B7-DDCD-594A-E8037A5E5001}"/>
          </ac:spMkLst>
        </pc:spChg>
        <pc:graphicFrameChg chg="add mod modGraphic">
          <ac:chgData name="Daniel Ede" userId="e68c78e8-4cae-4974-bad3-a81d74b199be" providerId="ADAL" clId="{36050B4A-F31E-4B23-A008-6B141237BA35}" dt="2025-01-20T17:10:23.904" v="1940" actId="20577"/>
          <ac:graphicFrameMkLst>
            <pc:docMk/>
            <pc:sldMk cId="4120979963" sldId="457"/>
            <ac:graphicFrameMk id="4" creationId="{B67FEF1A-23D1-E6A9-7D9D-8EF3C1948525}"/>
          </ac:graphicFrameMkLst>
        </pc:graphicFrameChg>
      </pc:sldChg>
      <pc:sldChg chg="modSp new mod modAnim">
        <pc:chgData name="Daniel Ede" userId="e68c78e8-4cae-4974-bad3-a81d74b199be" providerId="ADAL" clId="{36050B4A-F31E-4B23-A008-6B141237BA35}" dt="2025-01-22T14:09:16.728" v="4462"/>
        <pc:sldMkLst>
          <pc:docMk/>
          <pc:sldMk cId="3128920610" sldId="458"/>
        </pc:sldMkLst>
        <pc:spChg chg="mod">
          <ac:chgData name="Daniel Ede" userId="e68c78e8-4cae-4974-bad3-a81d74b199be" providerId="ADAL" clId="{36050B4A-F31E-4B23-A008-6B141237BA35}" dt="2025-01-20T17:34:49.214" v="2571" actId="20577"/>
          <ac:spMkLst>
            <pc:docMk/>
            <pc:sldMk cId="3128920610" sldId="458"/>
            <ac:spMk id="2" creationId="{D3536026-6A45-D6A9-7AD7-AB2D74D82CD5}"/>
          </ac:spMkLst>
        </pc:spChg>
        <pc:spChg chg="mod">
          <ac:chgData name="Daniel Ede" userId="e68c78e8-4cae-4974-bad3-a81d74b199be" providerId="ADAL" clId="{36050B4A-F31E-4B23-A008-6B141237BA35}" dt="2025-01-20T17:28:47.705" v="2066" actId="20577"/>
          <ac:spMkLst>
            <pc:docMk/>
            <pc:sldMk cId="3128920610" sldId="458"/>
            <ac:spMk id="3" creationId="{47EA4FFD-7B19-4A16-0F0E-7D59995C191E}"/>
          </ac:spMkLst>
        </pc:spChg>
      </pc:sldChg>
      <pc:sldChg chg="addSp modSp new mod">
        <pc:chgData name="Daniel Ede" userId="e68c78e8-4cae-4974-bad3-a81d74b199be" providerId="ADAL" clId="{36050B4A-F31E-4B23-A008-6B141237BA35}" dt="2025-01-22T14:09:47.257" v="4470" actId="20577"/>
        <pc:sldMkLst>
          <pc:docMk/>
          <pc:sldMk cId="800434057" sldId="459"/>
        </pc:sldMkLst>
        <pc:spChg chg="mod">
          <ac:chgData name="Daniel Ede" userId="e68c78e8-4cae-4974-bad3-a81d74b199be" providerId="ADAL" clId="{36050B4A-F31E-4B23-A008-6B141237BA35}" dt="2025-01-22T14:09:47.257" v="4470" actId="20577"/>
          <ac:spMkLst>
            <pc:docMk/>
            <pc:sldMk cId="800434057" sldId="459"/>
            <ac:spMk id="2" creationId="{A4326BF5-1DB2-9112-CFE4-D82762AF8B95}"/>
          </ac:spMkLst>
        </pc:spChg>
        <pc:spChg chg="mod">
          <ac:chgData name="Daniel Ede" userId="e68c78e8-4cae-4974-bad3-a81d74b199be" providerId="ADAL" clId="{36050B4A-F31E-4B23-A008-6B141237BA35}" dt="2025-01-21T15:07:44.116" v="3009" actId="20577"/>
          <ac:spMkLst>
            <pc:docMk/>
            <pc:sldMk cId="800434057" sldId="459"/>
            <ac:spMk id="3" creationId="{6A2141F6-8BFE-7FAE-6F24-EB8A8DE6A92D}"/>
          </ac:spMkLst>
        </pc:spChg>
        <pc:spChg chg="add mod">
          <ac:chgData name="Daniel Ede" userId="e68c78e8-4cae-4974-bad3-a81d74b199be" providerId="ADAL" clId="{36050B4A-F31E-4B23-A008-6B141237BA35}" dt="2025-01-21T15:19:54.627" v="3267" actId="14100"/>
          <ac:spMkLst>
            <pc:docMk/>
            <pc:sldMk cId="800434057" sldId="459"/>
            <ac:spMk id="8" creationId="{34F04312-9A85-C6B4-3CA0-A2EB4D232728}"/>
          </ac:spMkLst>
        </pc:spChg>
        <pc:spChg chg="add mod">
          <ac:chgData name="Daniel Ede" userId="e68c78e8-4cae-4974-bad3-a81d74b199be" providerId="ADAL" clId="{36050B4A-F31E-4B23-A008-6B141237BA35}" dt="2025-01-21T15:20:04.487" v="3273" actId="20577"/>
          <ac:spMkLst>
            <pc:docMk/>
            <pc:sldMk cId="800434057" sldId="459"/>
            <ac:spMk id="9" creationId="{772161AB-C70C-D506-4B7E-973F7686A724}"/>
          </ac:spMkLst>
        </pc:spChg>
        <pc:spChg chg="add mod">
          <ac:chgData name="Daniel Ede" userId="e68c78e8-4cae-4974-bad3-a81d74b199be" providerId="ADAL" clId="{36050B4A-F31E-4B23-A008-6B141237BA35}" dt="2025-01-21T15:20:23.438" v="3280" actId="14100"/>
          <ac:spMkLst>
            <pc:docMk/>
            <pc:sldMk cId="800434057" sldId="459"/>
            <ac:spMk id="10" creationId="{43AD9193-AA1B-D136-6971-AE619DAC9030}"/>
          </ac:spMkLst>
        </pc:spChg>
        <pc:picChg chg="add mod">
          <ac:chgData name="Daniel Ede" userId="e68c78e8-4cae-4974-bad3-a81d74b199be" providerId="ADAL" clId="{36050B4A-F31E-4B23-A008-6B141237BA35}" dt="2025-01-21T15:18:34.473" v="3255" actId="1076"/>
          <ac:picMkLst>
            <pc:docMk/>
            <pc:sldMk cId="800434057" sldId="459"/>
            <ac:picMk id="5" creationId="{47ED54FB-76F1-D60E-46A4-62DEA5F7022A}"/>
          </ac:picMkLst>
        </pc:picChg>
        <pc:picChg chg="add mod">
          <ac:chgData name="Daniel Ede" userId="e68c78e8-4cae-4974-bad3-a81d74b199be" providerId="ADAL" clId="{36050B4A-F31E-4B23-A008-6B141237BA35}" dt="2025-01-21T15:18:27.768" v="3253" actId="1076"/>
          <ac:picMkLst>
            <pc:docMk/>
            <pc:sldMk cId="800434057" sldId="459"/>
            <ac:picMk id="6" creationId="{75EC91A7-2099-2BC5-BBD9-4641C30F0DBF}"/>
          </ac:picMkLst>
        </pc:picChg>
        <pc:picChg chg="add mod">
          <ac:chgData name="Daniel Ede" userId="e68c78e8-4cae-4974-bad3-a81d74b199be" providerId="ADAL" clId="{36050B4A-F31E-4B23-A008-6B141237BA35}" dt="2025-01-21T15:18:53.127" v="3256" actId="1076"/>
          <ac:picMkLst>
            <pc:docMk/>
            <pc:sldMk cId="800434057" sldId="459"/>
            <ac:picMk id="7" creationId="{0BC6A3A7-5E02-4E57-CFE1-37FB0A5A416C}"/>
          </ac:picMkLst>
        </pc:picChg>
      </pc:sldChg>
      <pc:sldChg chg="modSp new mod">
        <pc:chgData name="Daniel Ede" userId="e68c78e8-4cae-4974-bad3-a81d74b199be" providerId="ADAL" clId="{36050B4A-F31E-4B23-A008-6B141237BA35}" dt="2025-01-22T14:41:03.480" v="4856" actId="20577"/>
        <pc:sldMkLst>
          <pc:docMk/>
          <pc:sldMk cId="3163114082" sldId="460"/>
        </pc:sldMkLst>
        <pc:spChg chg="mod">
          <ac:chgData name="Daniel Ede" userId="e68c78e8-4cae-4974-bad3-a81d74b199be" providerId="ADAL" clId="{36050B4A-F31E-4B23-A008-6B141237BA35}" dt="2025-01-22T14:41:03.480" v="4856" actId="20577"/>
          <ac:spMkLst>
            <pc:docMk/>
            <pc:sldMk cId="3163114082" sldId="460"/>
            <ac:spMk id="2" creationId="{D4B12C1E-1915-5791-68AE-38FA1BA2C9B6}"/>
          </ac:spMkLst>
        </pc:spChg>
        <pc:spChg chg="mod">
          <ac:chgData name="Daniel Ede" userId="e68c78e8-4cae-4974-bad3-a81d74b199be" providerId="ADAL" clId="{36050B4A-F31E-4B23-A008-6B141237BA35}" dt="2025-01-21T15:24:01.196" v="3355" actId="6549"/>
          <ac:spMkLst>
            <pc:docMk/>
            <pc:sldMk cId="3163114082" sldId="460"/>
            <ac:spMk id="3" creationId="{AF2732F4-DF53-9BB7-5505-2CEE714C5062}"/>
          </ac:spMkLst>
        </pc:spChg>
      </pc:sldChg>
      <pc:sldChg chg="modSp new mod ord">
        <pc:chgData name="Daniel Ede" userId="e68c78e8-4cae-4974-bad3-a81d74b199be" providerId="ADAL" clId="{36050B4A-F31E-4B23-A008-6B141237BA35}" dt="2025-01-22T14:23:59.956" v="4514" actId="20577"/>
        <pc:sldMkLst>
          <pc:docMk/>
          <pc:sldMk cId="571587136" sldId="461"/>
        </pc:sldMkLst>
        <pc:spChg chg="mod">
          <ac:chgData name="Daniel Ede" userId="e68c78e8-4cae-4974-bad3-a81d74b199be" providerId="ADAL" clId="{36050B4A-F31E-4B23-A008-6B141237BA35}" dt="2025-01-21T15:35:55.149" v="3991" actId="20577"/>
          <ac:spMkLst>
            <pc:docMk/>
            <pc:sldMk cId="571587136" sldId="461"/>
            <ac:spMk id="2" creationId="{D9C4C2A3-D3A7-AAD8-5EE7-87495EE73F33}"/>
          </ac:spMkLst>
        </pc:spChg>
        <pc:spChg chg="mod">
          <ac:chgData name="Daniel Ede" userId="e68c78e8-4cae-4974-bad3-a81d74b199be" providerId="ADAL" clId="{36050B4A-F31E-4B23-A008-6B141237BA35}" dt="2025-01-22T14:23:59.956" v="4514" actId="20577"/>
          <ac:spMkLst>
            <pc:docMk/>
            <pc:sldMk cId="571587136" sldId="461"/>
            <ac:spMk id="3" creationId="{1A65E890-FE88-C482-1585-770C8DA49E98}"/>
          </ac:spMkLst>
        </pc:spChg>
      </pc:sldChg>
      <pc:sldChg chg="modSp new mod modAnim">
        <pc:chgData name="Daniel Ede" userId="e68c78e8-4cae-4974-bad3-a81d74b199be" providerId="ADAL" clId="{36050B4A-F31E-4B23-A008-6B141237BA35}" dt="2025-01-22T14:30:39.581" v="4528"/>
        <pc:sldMkLst>
          <pc:docMk/>
          <pc:sldMk cId="3348438320" sldId="462"/>
        </pc:sldMkLst>
        <pc:spChg chg="mod">
          <ac:chgData name="Daniel Ede" userId="e68c78e8-4cae-4974-bad3-a81d74b199be" providerId="ADAL" clId="{36050B4A-F31E-4B23-A008-6B141237BA35}" dt="2025-01-22T13:49:45.077" v="4415" actId="20577"/>
          <ac:spMkLst>
            <pc:docMk/>
            <pc:sldMk cId="3348438320" sldId="462"/>
            <ac:spMk id="2" creationId="{97D07D24-B011-10A0-C380-35C1D04CBE03}"/>
          </ac:spMkLst>
        </pc:spChg>
        <pc:spChg chg="mod">
          <ac:chgData name="Daniel Ede" userId="e68c78e8-4cae-4974-bad3-a81d74b199be" providerId="ADAL" clId="{36050B4A-F31E-4B23-A008-6B141237BA35}" dt="2025-01-22T13:37:51.145" v="4123" actId="20577"/>
          <ac:spMkLst>
            <pc:docMk/>
            <pc:sldMk cId="3348438320" sldId="462"/>
            <ac:spMk id="3" creationId="{8329A264-1215-9446-7636-4606D3E3A630}"/>
          </ac:spMkLst>
        </pc:spChg>
      </pc:sldChg>
      <pc:sldChg chg="addSp delSp modSp new mod">
        <pc:chgData name="Daniel Ede" userId="e68c78e8-4cae-4974-bad3-a81d74b199be" providerId="ADAL" clId="{36050B4A-F31E-4B23-A008-6B141237BA35}" dt="2025-01-22T14:04:05.369" v="4439" actId="20577"/>
        <pc:sldMkLst>
          <pc:docMk/>
          <pc:sldMk cId="1221300891" sldId="463"/>
        </pc:sldMkLst>
        <pc:spChg chg="del">
          <ac:chgData name="Daniel Ede" userId="e68c78e8-4cae-4974-bad3-a81d74b199be" providerId="ADAL" clId="{36050B4A-F31E-4B23-A008-6B141237BA35}" dt="2025-01-22T13:57:12.524" v="4417" actId="22"/>
          <ac:spMkLst>
            <pc:docMk/>
            <pc:sldMk cId="1221300891" sldId="463"/>
            <ac:spMk id="2" creationId="{54D102D2-057F-DAA3-89FD-F11930500FA7}"/>
          </ac:spMkLst>
        </pc:spChg>
        <pc:spChg chg="mod">
          <ac:chgData name="Daniel Ede" userId="e68c78e8-4cae-4974-bad3-a81d74b199be" providerId="ADAL" clId="{36050B4A-F31E-4B23-A008-6B141237BA35}" dt="2025-01-22T14:04:05.369" v="4439" actId="20577"/>
          <ac:spMkLst>
            <pc:docMk/>
            <pc:sldMk cId="1221300891" sldId="463"/>
            <ac:spMk id="3" creationId="{B1C2F435-F0BC-CE0D-2D14-F920E793243B}"/>
          </ac:spMkLst>
        </pc:spChg>
        <pc:picChg chg="add mod ord">
          <ac:chgData name="Daniel Ede" userId="e68c78e8-4cae-4974-bad3-a81d74b199be" providerId="ADAL" clId="{36050B4A-F31E-4B23-A008-6B141237BA35}" dt="2025-01-22T13:57:18.550" v="4419" actId="1076"/>
          <ac:picMkLst>
            <pc:docMk/>
            <pc:sldMk cId="1221300891" sldId="463"/>
            <ac:picMk id="5" creationId="{C6C38A62-703C-36A0-A5D8-C1B7BCF624BC}"/>
          </ac:picMkLst>
        </pc:picChg>
        <pc:picChg chg="add mod">
          <ac:chgData name="Daniel Ede" userId="e68c78e8-4cae-4974-bad3-a81d74b199be" providerId="ADAL" clId="{36050B4A-F31E-4B23-A008-6B141237BA35}" dt="2025-01-22T14:03:57.163" v="4421" actId="1076"/>
          <ac:picMkLst>
            <pc:docMk/>
            <pc:sldMk cId="1221300891" sldId="463"/>
            <ac:picMk id="7" creationId="{F2E09C86-00EE-DBAC-F57C-380709341E06}"/>
          </ac:picMkLst>
        </pc:picChg>
      </pc:sldChg>
      <pc:sldChg chg="addSp delSp modSp new mod">
        <pc:chgData name="Daniel Ede" userId="e68c78e8-4cae-4974-bad3-a81d74b199be" providerId="ADAL" clId="{36050B4A-F31E-4B23-A008-6B141237BA35}" dt="2025-01-22T14:36:08.874" v="4756" actId="14100"/>
        <pc:sldMkLst>
          <pc:docMk/>
          <pc:sldMk cId="594314658" sldId="464"/>
        </pc:sldMkLst>
        <pc:spChg chg="mod">
          <ac:chgData name="Daniel Ede" userId="e68c78e8-4cae-4974-bad3-a81d74b199be" providerId="ADAL" clId="{36050B4A-F31E-4B23-A008-6B141237BA35}" dt="2025-01-22T14:35:11.360" v="4731" actId="1076"/>
          <ac:spMkLst>
            <pc:docMk/>
            <pc:sldMk cId="594314658" sldId="464"/>
            <ac:spMk id="2" creationId="{A5F84E76-C90C-9F04-20EF-F3E51998D06C}"/>
          </ac:spMkLst>
        </pc:spChg>
        <pc:spChg chg="mod">
          <ac:chgData name="Daniel Ede" userId="e68c78e8-4cae-4974-bad3-a81d74b199be" providerId="ADAL" clId="{36050B4A-F31E-4B23-A008-6B141237BA35}" dt="2025-01-22T14:31:25.050" v="4555" actId="20577"/>
          <ac:spMkLst>
            <pc:docMk/>
            <pc:sldMk cId="594314658" sldId="464"/>
            <ac:spMk id="3" creationId="{8D3A4569-5457-C4A9-80F3-25A898198161}"/>
          </ac:spMkLst>
        </pc:spChg>
        <pc:spChg chg="add mod">
          <ac:chgData name="Daniel Ede" userId="e68c78e8-4cae-4974-bad3-a81d74b199be" providerId="ADAL" clId="{36050B4A-F31E-4B23-A008-6B141237BA35}" dt="2025-01-22T14:35:40.953" v="4737" actId="1076"/>
          <ac:spMkLst>
            <pc:docMk/>
            <pc:sldMk cId="594314658" sldId="464"/>
            <ac:spMk id="4" creationId="{AFB65F02-3E54-688C-31A7-B6A8D7D6D8B8}"/>
          </ac:spMkLst>
        </pc:spChg>
        <pc:spChg chg="add del">
          <ac:chgData name="Daniel Ede" userId="e68c78e8-4cae-4974-bad3-a81d74b199be" providerId="ADAL" clId="{36050B4A-F31E-4B23-A008-6B141237BA35}" dt="2025-01-22T14:32:55.037" v="4653" actId="478"/>
          <ac:spMkLst>
            <pc:docMk/>
            <pc:sldMk cId="594314658" sldId="464"/>
            <ac:spMk id="5" creationId="{759D82B4-D377-3EDC-3D13-89BBA5C3E2EC}"/>
          </ac:spMkLst>
        </pc:spChg>
        <pc:spChg chg="add mod">
          <ac:chgData name="Daniel Ede" userId="e68c78e8-4cae-4974-bad3-a81d74b199be" providerId="ADAL" clId="{36050B4A-F31E-4B23-A008-6B141237BA35}" dt="2025-01-22T14:35:22.727" v="4732" actId="1076"/>
          <ac:spMkLst>
            <pc:docMk/>
            <pc:sldMk cId="594314658" sldId="464"/>
            <ac:spMk id="6" creationId="{4ED4CE05-12E2-717F-643B-B79D9FFCAD40}"/>
          </ac:spMkLst>
        </pc:spChg>
        <pc:spChg chg="add mod">
          <ac:chgData name="Daniel Ede" userId="e68c78e8-4cae-4974-bad3-a81d74b199be" providerId="ADAL" clId="{36050B4A-F31E-4B23-A008-6B141237BA35}" dt="2025-01-22T14:35:22.727" v="4732" actId="1076"/>
          <ac:spMkLst>
            <pc:docMk/>
            <pc:sldMk cId="594314658" sldId="464"/>
            <ac:spMk id="7" creationId="{FCF18882-338E-B37F-8112-A5530B374E98}"/>
          </ac:spMkLst>
        </pc:spChg>
        <pc:spChg chg="add mod">
          <ac:chgData name="Daniel Ede" userId="e68c78e8-4cae-4974-bad3-a81d74b199be" providerId="ADAL" clId="{36050B4A-F31E-4B23-A008-6B141237BA35}" dt="2025-01-22T14:35:22.727" v="4732" actId="1076"/>
          <ac:spMkLst>
            <pc:docMk/>
            <pc:sldMk cId="594314658" sldId="464"/>
            <ac:spMk id="8" creationId="{DB8F7B7B-36DC-1D0F-7077-B934A833E96D}"/>
          </ac:spMkLst>
        </pc:spChg>
        <pc:spChg chg="add mod">
          <ac:chgData name="Daniel Ede" userId="e68c78e8-4cae-4974-bad3-a81d74b199be" providerId="ADAL" clId="{36050B4A-F31E-4B23-A008-6B141237BA35}" dt="2025-01-22T14:35:54.199" v="4751" actId="20577"/>
          <ac:spMkLst>
            <pc:docMk/>
            <pc:sldMk cId="594314658" sldId="464"/>
            <ac:spMk id="16" creationId="{109593C5-B7F4-131D-B064-C24740F72604}"/>
          </ac:spMkLst>
        </pc:spChg>
        <pc:cxnChg chg="add mod">
          <ac:chgData name="Daniel Ede" userId="e68c78e8-4cae-4974-bad3-a81d74b199be" providerId="ADAL" clId="{36050B4A-F31E-4B23-A008-6B141237BA35}" dt="2025-01-22T14:35:58.339" v="4752" actId="14100"/>
          <ac:cxnSpMkLst>
            <pc:docMk/>
            <pc:sldMk cId="594314658" sldId="464"/>
            <ac:cxnSpMk id="10" creationId="{EDD39506-336F-397A-67EB-94E448D6E935}"/>
          </ac:cxnSpMkLst>
        </pc:cxnChg>
        <pc:cxnChg chg="add mod">
          <ac:chgData name="Daniel Ede" userId="e68c78e8-4cae-4974-bad3-a81d74b199be" providerId="ADAL" clId="{36050B4A-F31E-4B23-A008-6B141237BA35}" dt="2025-01-22T14:35:22.727" v="4732" actId="1076"/>
          <ac:cxnSpMkLst>
            <pc:docMk/>
            <pc:sldMk cId="594314658" sldId="464"/>
            <ac:cxnSpMk id="12" creationId="{7CD04703-FAA4-95AE-197E-27F3F793E630}"/>
          </ac:cxnSpMkLst>
        </pc:cxnChg>
        <pc:cxnChg chg="add mod">
          <ac:chgData name="Daniel Ede" userId="e68c78e8-4cae-4974-bad3-a81d74b199be" providerId="ADAL" clId="{36050B4A-F31E-4B23-A008-6B141237BA35}" dt="2025-01-22T14:35:22.727" v="4732" actId="1076"/>
          <ac:cxnSpMkLst>
            <pc:docMk/>
            <pc:sldMk cId="594314658" sldId="464"/>
            <ac:cxnSpMk id="14" creationId="{F1C2BA6E-1018-0888-2469-92B8A3FDD9E9}"/>
          </ac:cxnSpMkLst>
        </pc:cxnChg>
        <pc:cxnChg chg="add mod">
          <ac:chgData name="Daniel Ede" userId="e68c78e8-4cae-4974-bad3-a81d74b199be" providerId="ADAL" clId="{36050B4A-F31E-4B23-A008-6B141237BA35}" dt="2025-01-22T14:36:08.874" v="4756" actId="14100"/>
          <ac:cxnSpMkLst>
            <pc:docMk/>
            <pc:sldMk cId="594314658" sldId="464"/>
            <ac:cxnSpMk id="19" creationId="{3EE5ED4C-ACBA-423D-C4F1-FC6296F5FB0B}"/>
          </ac:cxnSpMkLst>
        </pc:cxnChg>
      </pc:sldChg>
      <pc:sldChg chg="new del">
        <pc:chgData name="Daniel Ede" userId="e68c78e8-4cae-4974-bad3-a81d74b199be" providerId="ADAL" clId="{36050B4A-F31E-4B23-A008-6B141237BA35}" dt="2025-01-22T14:31:09.013" v="4530" actId="2696"/>
        <pc:sldMkLst>
          <pc:docMk/>
          <pc:sldMk cId="1456474452" sldId="46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5" Type="http://schemas.openxmlformats.org/officeDocument/2006/relationships/image" Target="../media/image21.jp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5" Type="http://schemas.openxmlformats.org/officeDocument/2006/relationships/image" Target="../media/image21.jp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8D94D9-ECF2-4649-9E9F-D2E826D2AB1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1D4F60-DF64-441E-9A8E-BA238391C02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What is a container</a:t>
          </a:r>
          <a:endParaRPr lang="en-US" dirty="0"/>
        </a:p>
      </dgm:t>
    </dgm:pt>
    <dgm:pt modelId="{4DDB0FB3-E54F-458E-97F8-EE561237E315}" type="parTrans" cxnId="{FA21E984-31A5-4B56-ADA1-D20561DE8554}">
      <dgm:prSet/>
      <dgm:spPr/>
      <dgm:t>
        <a:bodyPr/>
        <a:lstStyle/>
        <a:p>
          <a:endParaRPr lang="en-US"/>
        </a:p>
      </dgm:t>
    </dgm:pt>
    <dgm:pt modelId="{92D50ECE-FD59-4910-AA26-AF511F25ED65}" type="sibTrans" cxnId="{FA21E984-31A5-4B56-ADA1-D20561DE8554}">
      <dgm:prSet/>
      <dgm:spPr/>
      <dgm:t>
        <a:bodyPr/>
        <a:lstStyle/>
        <a:p>
          <a:endParaRPr lang="en-US"/>
        </a:p>
      </dgm:t>
    </dgm:pt>
    <dgm:pt modelId="{808A0244-7D5D-4012-B59B-9147494FE5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What is Kubernetes &amp; Helm</a:t>
          </a:r>
        </a:p>
      </dgm:t>
    </dgm:pt>
    <dgm:pt modelId="{6E693A35-4CA5-4AD3-B6D0-3253EED943BC}" type="parTrans" cxnId="{F2445BD8-1A41-4406-A972-F97A18E9E877}">
      <dgm:prSet/>
      <dgm:spPr/>
      <dgm:t>
        <a:bodyPr/>
        <a:lstStyle/>
        <a:p>
          <a:endParaRPr lang="en-US"/>
        </a:p>
      </dgm:t>
    </dgm:pt>
    <dgm:pt modelId="{9B99A4F5-2992-407B-B362-D72B90610785}" type="sibTrans" cxnId="{F2445BD8-1A41-4406-A972-F97A18E9E877}">
      <dgm:prSet/>
      <dgm:spPr/>
      <dgm:t>
        <a:bodyPr/>
        <a:lstStyle/>
        <a:p>
          <a:endParaRPr lang="en-US"/>
        </a:p>
      </dgm:t>
    </dgm:pt>
    <dgm:pt modelId="{7B4AE5EE-36CA-4ECB-80C2-459908BC6FB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Applying this to the pipe-line </a:t>
          </a:r>
          <a:endParaRPr lang="en-US" dirty="0"/>
        </a:p>
      </dgm:t>
    </dgm:pt>
    <dgm:pt modelId="{5D1DA045-1D02-40C9-819A-CCEC0F999C04}" type="parTrans" cxnId="{02040CA3-7427-4372-A45D-0A89179A99DD}">
      <dgm:prSet/>
      <dgm:spPr/>
      <dgm:t>
        <a:bodyPr/>
        <a:lstStyle/>
        <a:p>
          <a:endParaRPr lang="en-US"/>
        </a:p>
      </dgm:t>
    </dgm:pt>
    <dgm:pt modelId="{54FBD1FA-DBCB-4DFC-B683-19CF399081A6}" type="sibTrans" cxnId="{02040CA3-7427-4372-A45D-0A89179A99DD}">
      <dgm:prSet/>
      <dgm:spPr/>
      <dgm:t>
        <a:bodyPr/>
        <a:lstStyle/>
        <a:p>
          <a:endParaRPr lang="en-US"/>
        </a:p>
      </dgm:t>
    </dgm:pt>
    <dgm:pt modelId="{BD6A8F86-791A-4384-973F-D40EFFBD39DC}" type="pres">
      <dgm:prSet presAssocID="{408D94D9-ECF2-4649-9E9F-D2E826D2AB1D}" presName="root" presStyleCnt="0">
        <dgm:presLayoutVars>
          <dgm:dir/>
          <dgm:resizeHandles val="exact"/>
        </dgm:presLayoutVars>
      </dgm:prSet>
      <dgm:spPr/>
    </dgm:pt>
    <dgm:pt modelId="{CB4080ED-46B3-48A3-A1A0-ECC3E62D5AA8}" type="pres">
      <dgm:prSet presAssocID="{B01D4F60-DF64-441E-9A8E-BA238391C029}" presName="compNode" presStyleCnt="0"/>
      <dgm:spPr/>
    </dgm:pt>
    <dgm:pt modelId="{8DCF9788-5381-465B-BB8B-2782B41898AD}" type="pres">
      <dgm:prSet presAssocID="{B01D4F60-DF64-441E-9A8E-BA238391C029}" presName="bgRect" presStyleLbl="bgShp" presStyleIdx="0" presStyleCnt="3" custLinFactNeighborY="-214"/>
      <dgm:spPr/>
    </dgm:pt>
    <dgm:pt modelId="{914A9A4E-C1B7-411F-B75F-5190DFD9B349}" type="pres">
      <dgm:prSet presAssocID="{B01D4F60-DF64-441E-9A8E-BA238391C0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learning language with solid fill"/>
        </a:ext>
      </dgm:extLst>
    </dgm:pt>
    <dgm:pt modelId="{3884A123-D0E3-467A-9E75-2EF83138C896}" type="pres">
      <dgm:prSet presAssocID="{B01D4F60-DF64-441E-9A8E-BA238391C029}" presName="spaceRect" presStyleCnt="0"/>
      <dgm:spPr/>
    </dgm:pt>
    <dgm:pt modelId="{4C81826E-254C-4683-AFDD-54F1C7FDD376}" type="pres">
      <dgm:prSet presAssocID="{B01D4F60-DF64-441E-9A8E-BA238391C029}" presName="parTx" presStyleLbl="revTx" presStyleIdx="0" presStyleCnt="3">
        <dgm:presLayoutVars>
          <dgm:chMax val="0"/>
          <dgm:chPref val="0"/>
        </dgm:presLayoutVars>
      </dgm:prSet>
      <dgm:spPr/>
    </dgm:pt>
    <dgm:pt modelId="{9A101210-5C44-41A2-8361-913BD453EDE8}" type="pres">
      <dgm:prSet presAssocID="{92D50ECE-FD59-4910-AA26-AF511F25ED65}" presName="sibTrans" presStyleCnt="0"/>
      <dgm:spPr/>
    </dgm:pt>
    <dgm:pt modelId="{A9CED43B-2745-44DA-AB1F-AA057A29B3A6}" type="pres">
      <dgm:prSet presAssocID="{808A0244-7D5D-4012-B59B-9147494FE506}" presName="compNode" presStyleCnt="0"/>
      <dgm:spPr/>
    </dgm:pt>
    <dgm:pt modelId="{8453D2BC-ED0D-41BA-A89F-8B3830F8E23C}" type="pres">
      <dgm:prSet presAssocID="{808A0244-7D5D-4012-B59B-9147494FE506}" presName="bgRect" presStyleLbl="bgShp" presStyleIdx="1" presStyleCnt="3"/>
      <dgm:spPr/>
    </dgm:pt>
    <dgm:pt modelId="{6C8A71B7-2030-4223-A22F-909A7966664F}" type="pres">
      <dgm:prSet presAssocID="{808A0244-7D5D-4012-B59B-9147494FE5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 with solid fill"/>
        </a:ext>
      </dgm:extLst>
    </dgm:pt>
    <dgm:pt modelId="{D39F4D72-A2DC-4C0B-ACB9-26BA2D06BC9F}" type="pres">
      <dgm:prSet presAssocID="{808A0244-7D5D-4012-B59B-9147494FE506}" presName="spaceRect" presStyleCnt="0"/>
      <dgm:spPr/>
    </dgm:pt>
    <dgm:pt modelId="{597BF397-B8A6-440F-82C8-E6738F041A62}" type="pres">
      <dgm:prSet presAssocID="{808A0244-7D5D-4012-B59B-9147494FE506}" presName="parTx" presStyleLbl="revTx" presStyleIdx="1" presStyleCnt="3">
        <dgm:presLayoutVars>
          <dgm:chMax val="0"/>
          <dgm:chPref val="0"/>
        </dgm:presLayoutVars>
      </dgm:prSet>
      <dgm:spPr/>
    </dgm:pt>
    <dgm:pt modelId="{325AEF90-3083-491E-AD73-2FED8295E907}" type="pres">
      <dgm:prSet presAssocID="{9B99A4F5-2992-407B-B362-D72B90610785}" presName="sibTrans" presStyleCnt="0"/>
      <dgm:spPr/>
    </dgm:pt>
    <dgm:pt modelId="{E013DF8B-2E94-4EEC-95CB-5B47B11BB10D}" type="pres">
      <dgm:prSet presAssocID="{7B4AE5EE-36CA-4ECB-80C2-459908BC6FBA}" presName="compNode" presStyleCnt="0"/>
      <dgm:spPr/>
    </dgm:pt>
    <dgm:pt modelId="{68622883-8991-4D2A-9F57-804B3B5C21B0}" type="pres">
      <dgm:prSet presAssocID="{7B4AE5EE-36CA-4ECB-80C2-459908BC6FBA}" presName="bgRect" presStyleLbl="bgShp" presStyleIdx="2" presStyleCnt="3"/>
      <dgm:spPr/>
    </dgm:pt>
    <dgm:pt modelId="{603845F3-7A00-43F2-B586-B29FDA9746AF}" type="pres">
      <dgm:prSet presAssocID="{7B4AE5EE-36CA-4ECB-80C2-459908BC6FBA}" presName="iconRect" presStyleLbl="node1" presStyleIdx="2" presStyleCnt="3"/>
      <dgm:spPr>
        <a:blipFill>
          <a:blip xmlns:r="http://schemas.openxmlformats.org/officeDocument/2006/relationships" r:embed="rId5"/>
          <a:srcRect/>
          <a:stretch>
            <a:fillRect t="-14000" b="-14000"/>
          </a:stretch>
        </a:blipFill>
      </dgm:spPr>
      <dgm:extLst>
        <a:ext uri="{E40237B7-FDA0-4F09-8148-C483321AD2D9}">
          <dgm14:cNvPr xmlns:dgm14="http://schemas.microsoft.com/office/drawing/2010/diagram" id="0" name="" descr="Copper water pipes and taps"/>
        </a:ext>
      </dgm:extLst>
    </dgm:pt>
    <dgm:pt modelId="{C024C85A-1D16-40C3-88CA-5F751761EA6A}" type="pres">
      <dgm:prSet presAssocID="{7B4AE5EE-36CA-4ECB-80C2-459908BC6FBA}" presName="spaceRect" presStyleCnt="0"/>
      <dgm:spPr/>
    </dgm:pt>
    <dgm:pt modelId="{E74B5C77-AA12-4B2D-9D61-B07A7827A104}" type="pres">
      <dgm:prSet presAssocID="{7B4AE5EE-36CA-4ECB-80C2-459908BC6FB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DB1EF0C-CB2A-486F-8A76-3524A000FCA7}" type="presOf" srcId="{7B4AE5EE-36CA-4ECB-80C2-459908BC6FBA}" destId="{E74B5C77-AA12-4B2D-9D61-B07A7827A104}" srcOrd="0" destOrd="0" presId="urn:microsoft.com/office/officeart/2018/2/layout/IconVerticalSolidList"/>
    <dgm:cxn modelId="{33052326-EC1F-42A0-9D8E-192C542BD258}" type="presOf" srcId="{808A0244-7D5D-4012-B59B-9147494FE506}" destId="{597BF397-B8A6-440F-82C8-E6738F041A62}" srcOrd="0" destOrd="0" presId="urn:microsoft.com/office/officeart/2018/2/layout/IconVerticalSolidList"/>
    <dgm:cxn modelId="{95F28E2E-FF2B-4993-8A83-2289BD54FC4F}" type="presOf" srcId="{408D94D9-ECF2-4649-9E9F-D2E826D2AB1D}" destId="{BD6A8F86-791A-4384-973F-D40EFFBD39DC}" srcOrd="0" destOrd="0" presId="urn:microsoft.com/office/officeart/2018/2/layout/IconVerticalSolidList"/>
    <dgm:cxn modelId="{FA21E984-31A5-4B56-ADA1-D20561DE8554}" srcId="{408D94D9-ECF2-4649-9E9F-D2E826D2AB1D}" destId="{B01D4F60-DF64-441E-9A8E-BA238391C029}" srcOrd="0" destOrd="0" parTransId="{4DDB0FB3-E54F-458E-97F8-EE561237E315}" sibTransId="{92D50ECE-FD59-4910-AA26-AF511F25ED65}"/>
    <dgm:cxn modelId="{02040CA3-7427-4372-A45D-0A89179A99DD}" srcId="{408D94D9-ECF2-4649-9E9F-D2E826D2AB1D}" destId="{7B4AE5EE-36CA-4ECB-80C2-459908BC6FBA}" srcOrd="2" destOrd="0" parTransId="{5D1DA045-1D02-40C9-819A-CCEC0F999C04}" sibTransId="{54FBD1FA-DBCB-4DFC-B683-19CF399081A6}"/>
    <dgm:cxn modelId="{0317AFB4-7E40-4788-BCC6-6633AB65E717}" type="presOf" srcId="{B01D4F60-DF64-441E-9A8E-BA238391C029}" destId="{4C81826E-254C-4683-AFDD-54F1C7FDD376}" srcOrd="0" destOrd="0" presId="urn:microsoft.com/office/officeart/2018/2/layout/IconVerticalSolidList"/>
    <dgm:cxn modelId="{F2445BD8-1A41-4406-A972-F97A18E9E877}" srcId="{408D94D9-ECF2-4649-9E9F-D2E826D2AB1D}" destId="{808A0244-7D5D-4012-B59B-9147494FE506}" srcOrd="1" destOrd="0" parTransId="{6E693A35-4CA5-4AD3-B6D0-3253EED943BC}" sibTransId="{9B99A4F5-2992-407B-B362-D72B90610785}"/>
    <dgm:cxn modelId="{4DD110D0-5100-4805-A36C-159D8FA4D593}" type="presParOf" srcId="{BD6A8F86-791A-4384-973F-D40EFFBD39DC}" destId="{CB4080ED-46B3-48A3-A1A0-ECC3E62D5AA8}" srcOrd="0" destOrd="0" presId="urn:microsoft.com/office/officeart/2018/2/layout/IconVerticalSolidList"/>
    <dgm:cxn modelId="{C03D197B-8982-45B2-971F-48932BEE687C}" type="presParOf" srcId="{CB4080ED-46B3-48A3-A1A0-ECC3E62D5AA8}" destId="{8DCF9788-5381-465B-BB8B-2782B41898AD}" srcOrd="0" destOrd="0" presId="urn:microsoft.com/office/officeart/2018/2/layout/IconVerticalSolidList"/>
    <dgm:cxn modelId="{B55ADFFA-8245-4902-928B-F96C2EADFC1B}" type="presParOf" srcId="{CB4080ED-46B3-48A3-A1A0-ECC3E62D5AA8}" destId="{914A9A4E-C1B7-411F-B75F-5190DFD9B349}" srcOrd="1" destOrd="0" presId="urn:microsoft.com/office/officeart/2018/2/layout/IconVerticalSolidList"/>
    <dgm:cxn modelId="{CB9A0FFB-4A9A-4284-94DF-F8D9C7AB5D4B}" type="presParOf" srcId="{CB4080ED-46B3-48A3-A1A0-ECC3E62D5AA8}" destId="{3884A123-D0E3-467A-9E75-2EF83138C896}" srcOrd="2" destOrd="0" presId="urn:microsoft.com/office/officeart/2018/2/layout/IconVerticalSolidList"/>
    <dgm:cxn modelId="{8A76471A-A6E3-4EF7-B516-04B6C4350A67}" type="presParOf" srcId="{CB4080ED-46B3-48A3-A1A0-ECC3E62D5AA8}" destId="{4C81826E-254C-4683-AFDD-54F1C7FDD376}" srcOrd="3" destOrd="0" presId="urn:microsoft.com/office/officeart/2018/2/layout/IconVerticalSolidList"/>
    <dgm:cxn modelId="{6E322241-32DD-4603-BD04-1A60B0201727}" type="presParOf" srcId="{BD6A8F86-791A-4384-973F-D40EFFBD39DC}" destId="{9A101210-5C44-41A2-8361-913BD453EDE8}" srcOrd="1" destOrd="0" presId="urn:microsoft.com/office/officeart/2018/2/layout/IconVerticalSolidList"/>
    <dgm:cxn modelId="{CC38169F-41C1-421E-8E13-4E7B74515BC7}" type="presParOf" srcId="{BD6A8F86-791A-4384-973F-D40EFFBD39DC}" destId="{A9CED43B-2745-44DA-AB1F-AA057A29B3A6}" srcOrd="2" destOrd="0" presId="urn:microsoft.com/office/officeart/2018/2/layout/IconVerticalSolidList"/>
    <dgm:cxn modelId="{E596F130-ACCA-4434-8691-E562DCB0BB30}" type="presParOf" srcId="{A9CED43B-2745-44DA-AB1F-AA057A29B3A6}" destId="{8453D2BC-ED0D-41BA-A89F-8B3830F8E23C}" srcOrd="0" destOrd="0" presId="urn:microsoft.com/office/officeart/2018/2/layout/IconVerticalSolidList"/>
    <dgm:cxn modelId="{3AB17520-1461-4A87-BDE2-6D472577462C}" type="presParOf" srcId="{A9CED43B-2745-44DA-AB1F-AA057A29B3A6}" destId="{6C8A71B7-2030-4223-A22F-909A7966664F}" srcOrd="1" destOrd="0" presId="urn:microsoft.com/office/officeart/2018/2/layout/IconVerticalSolidList"/>
    <dgm:cxn modelId="{19FECCDD-9DDB-43E8-836B-76F8AE6ABF38}" type="presParOf" srcId="{A9CED43B-2745-44DA-AB1F-AA057A29B3A6}" destId="{D39F4D72-A2DC-4C0B-ACB9-26BA2D06BC9F}" srcOrd="2" destOrd="0" presId="urn:microsoft.com/office/officeart/2018/2/layout/IconVerticalSolidList"/>
    <dgm:cxn modelId="{46D2B6F4-D64D-46C0-9EB3-73FB1C790586}" type="presParOf" srcId="{A9CED43B-2745-44DA-AB1F-AA057A29B3A6}" destId="{597BF397-B8A6-440F-82C8-E6738F041A62}" srcOrd="3" destOrd="0" presId="urn:microsoft.com/office/officeart/2018/2/layout/IconVerticalSolidList"/>
    <dgm:cxn modelId="{29F4C7D7-19B0-4696-A695-CCF77EE54E27}" type="presParOf" srcId="{BD6A8F86-791A-4384-973F-D40EFFBD39DC}" destId="{325AEF90-3083-491E-AD73-2FED8295E907}" srcOrd="3" destOrd="0" presId="urn:microsoft.com/office/officeart/2018/2/layout/IconVerticalSolidList"/>
    <dgm:cxn modelId="{8DFBE07B-710D-40BE-AAE5-E57FA6A35397}" type="presParOf" srcId="{BD6A8F86-791A-4384-973F-D40EFFBD39DC}" destId="{E013DF8B-2E94-4EEC-95CB-5B47B11BB10D}" srcOrd="4" destOrd="0" presId="urn:microsoft.com/office/officeart/2018/2/layout/IconVerticalSolidList"/>
    <dgm:cxn modelId="{346C6D44-4E42-4C4D-B13E-9B3D9C5E2731}" type="presParOf" srcId="{E013DF8B-2E94-4EEC-95CB-5B47B11BB10D}" destId="{68622883-8991-4D2A-9F57-804B3B5C21B0}" srcOrd="0" destOrd="0" presId="urn:microsoft.com/office/officeart/2018/2/layout/IconVerticalSolidList"/>
    <dgm:cxn modelId="{2C3EC6D6-A5E6-4FE4-B937-4F12C2090EAB}" type="presParOf" srcId="{E013DF8B-2E94-4EEC-95CB-5B47B11BB10D}" destId="{603845F3-7A00-43F2-B586-B29FDA9746AF}" srcOrd="1" destOrd="0" presId="urn:microsoft.com/office/officeart/2018/2/layout/IconVerticalSolidList"/>
    <dgm:cxn modelId="{BC6B4C43-8F27-40DE-93E8-32B27C1ADB4E}" type="presParOf" srcId="{E013DF8B-2E94-4EEC-95CB-5B47B11BB10D}" destId="{C024C85A-1D16-40C3-88CA-5F751761EA6A}" srcOrd="2" destOrd="0" presId="urn:microsoft.com/office/officeart/2018/2/layout/IconVerticalSolidList"/>
    <dgm:cxn modelId="{877DDD2B-6E72-462E-821D-B0B852D4B590}" type="presParOf" srcId="{E013DF8B-2E94-4EEC-95CB-5B47B11BB10D}" destId="{E74B5C77-AA12-4B2D-9D61-B07A7827A1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CF9788-5381-465B-BB8B-2782B41898AD}">
      <dsp:nvSpPr>
        <dsp:cNvPr id="0" name=""/>
        <dsp:cNvSpPr/>
      </dsp:nvSpPr>
      <dsp:spPr>
        <a:xfrm>
          <a:off x="0" y="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A9A4E-C1B7-411F-B75F-5190DFD9B34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1826E-254C-4683-AFDD-54F1C7FDD37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What is a container</a:t>
          </a:r>
          <a:endParaRPr lang="en-US" sz="2500" kern="1200" dirty="0"/>
        </a:p>
      </dsp:txBody>
      <dsp:txXfrm>
        <a:off x="1435590" y="531"/>
        <a:ext cx="9080009" cy="1242935"/>
      </dsp:txXfrm>
    </dsp:sp>
    <dsp:sp modelId="{8453D2BC-ED0D-41BA-A89F-8B3830F8E23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A71B7-2030-4223-A22F-909A7966664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BF397-B8A6-440F-82C8-E6738F041A62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What is Kubernetes &amp; Helm</a:t>
          </a:r>
        </a:p>
      </dsp:txBody>
      <dsp:txXfrm>
        <a:off x="1435590" y="1554201"/>
        <a:ext cx="9080009" cy="1242935"/>
      </dsp:txXfrm>
    </dsp:sp>
    <dsp:sp modelId="{68622883-8991-4D2A-9F57-804B3B5C21B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845F3-7A00-43F2-B586-B29FDA9746A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14000" b="-1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B5C77-AA12-4B2D-9D61-B07A7827A104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Applying this to the pipe-line </a:t>
          </a:r>
          <a:endParaRPr lang="en-US" sz="2500" kern="1200" dirty="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4186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1098" y="0"/>
            <a:ext cx="2944958" cy="494186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3CB1A815-EAAD-4F84-8437-D0ADC2156813}" type="datetime1">
              <a:rPr lang="en-GB" smtClean="0"/>
              <a:t>22/01/2025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477"/>
            <a:ext cx="2944958" cy="494186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1098" y="9378477"/>
            <a:ext cx="2944958" cy="494186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0EF53D87-CDA8-403B-B99C-B90B43F7DC8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4523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34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534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B0BC8F52-5100-4FEE-9748-F96F76CFAD24}" type="datetime1">
              <a:rPr lang="en-GB" smtClean="0"/>
              <a:t>22/01/2025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21"/>
            <a:ext cx="5438140" cy="3887361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20"/>
            <a:ext cx="2945659" cy="49534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20"/>
            <a:ext cx="2945659" cy="49534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A94D34BA-0446-4C67-9E04-D3A51E0CDC8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263164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standing posing for the camera&#10;&#10;Description automatically generated">
            <a:extLst>
              <a:ext uri="{FF2B5EF4-FFF2-40B4-BE49-F238E27FC236}">
                <a16:creationId xmlns:a16="http://schemas.microsoft.com/office/drawing/2014/main" id="{4E58EF60-7341-024C-9847-8148BBBE98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3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E7549-4130-C944-9195-963031F57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4512"/>
            <a:ext cx="9144000" cy="740386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8B7EA-A368-A045-80E9-DFCBD516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76973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54C204CC-C703-7E41-BCEC-B09F728EE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9903665-3473-8D46-A8D9-553CCDA6813C}"/>
              </a:ext>
            </a:extLst>
          </p:cNvPr>
          <p:cNvSpPr txBox="1">
            <a:spLocks/>
          </p:cNvSpPr>
          <p:nvPr userDrawn="1"/>
        </p:nvSpPr>
        <p:spPr>
          <a:xfrm>
            <a:off x="582168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© Symatrix. All rights reserved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776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21" userDrawn="1">
          <p15:clr>
            <a:srgbClr val="FBAE40"/>
          </p15:clr>
        </p15:guide>
        <p15:guide id="4" pos="71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D456DB-1372-0F4A-9745-52A57F4E9CF8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omputer, group&#10;&#10;Description automatically generated">
            <a:extLst>
              <a:ext uri="{FF2B5EF4-FFF2-40B4-BE49-F238E27FC236}">
                <a16:creationId xmlns:a16="http://schemas.microsoft.com/office/drawing/2014/main" id="{DE6DD487-9A54-454E-B861-9E14FCC226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927" b="32131"/>
          <a:stretch/>
        </p:blipFill>
        <p:spPr>
          <a:xfrm>
            <a:off x="0" y="6313488"/>
            <a:ext cx="12192000" cy="544512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93EC5FE-2467-1548-975B-303747C393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390" y="6228047"/>
            <a:ext cx="1270000" cy="508000"/>
          </a:xfrm>
          <a:prstGeom prst="rect">
            <a:avLst/>
          </a:prstGeom>
        </p:spPr>
      </p:pic>
      <p:pic>
        <p:nvPicPr>
          <p:cNvPr id="11" name="Picture 10" descr="A person standing posing for the camera&#10;&#10;Description automatically generated">
            <a:extLst>
              <a:ext uri="{FF2B5EF4-FFF2-40B4-BE49-F238E27FC236}">
                <a16:creationId xmlns:a16="http://schemas.microsoft.com/office/drawing/2014/main" id="{4E58EF60-7341-024C-9847-8148BBBE98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3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E7549-4130-C944-9195-963031F57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4512"/>
            <a:ext cx="9144000" cy="740386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8B7EA-A368-A045-80E9-DFCBD516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76973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79723C-D620-E940-9352-D1F247BC99AC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  © Symatrix. All rights reserved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01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21">
          <p15:clr>
            <a:srgbClr val="FBAE40"/>
          </p15:clr>
        </p15:guide>
        <p15:guide id="4" pos="71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5F5239-E755-0342-9B77-16F7FD70FD88}"/>
              </a:ext>
            </a:extLst>
          </p:cNvPr>
          <p:cNvSpPr/>
          <p:nvPr userDrawn="1"/>
        </p:nvSpPr>
        <p:spPr>
          <a:xfrm>
            <a:off x="0" y="0"/>
            <a:ext cx="121920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175AF0E1-564B-D344-A702-5EF6BCE6D8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3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E7549-4130-C944-9195-963031F57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9577"/>
            <a:ext cx="9144000" cy="740386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8B7EA-A368-A045-80E9-DFCBD516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54C204CC-C703-7E41-BCEC-B09F728EE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CA6F54C-08A4-E54A-B889-D53C459A6160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© Symatrix. All rights reserved 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090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21">
          <p15:clr>
            <a:srgbClr val="FBAE40"/>
          </p15:clr>
        </p15:guide>
        <p15:guide id="4" pos="71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54C204CC-C703-7E41-BCEC-B09F728EE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C3678B4-CA1F-2642-BD1B-FFE0798740F5}"/>
              </a:ext>
            </a:extLst>
          </p:cNvPr>
          <p:cNvSpPr/>
          <p:nvPr userDrawn="1"/>
        </p:nvSpPr>
        <p:spPr>
          <a:xfrm>
            <a:off x="0" y="0"/>
            <a:ext cx="12192000" cy="63134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computer, group&#10;&#10;Description automatically generated">
            <a:extLst>
              <a:ext uri="{FF2B5EF4-FFF2-40B4-BE49-F238E27FC236}">
                <a16:creationId xmlns:a16="http://schemas.microsoft.com/office/drawing/2014/main" id="{95DF7D6C-5243-7A4D-942C-DC565A0034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29"/>
          <a:stretch/>
        </p:blipFill>
        <p:spPr>
          <a:xfrm>
            <a:off x="0" y="864"/>
            <a:ext cx="12192000" cy="63126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E7549-4130-C944-9195-963031F57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9577"/>
            <a:ext cx="9144000" cy="740386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8B7EA-A368-A045-80E9-DFCBD516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FDB8D4A-B5B1-6046-B9C7-2E60B80C89F6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© Symatrix. All rights reserved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99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21">
          <p15:clr>
            <a:srgbClr val="FBAE40"/>
          </p15:clr>
        </p15:guide>
        <p15:guide id="4" pos="71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D4E449-8A3F-FE4D-9A14-B3B2602A7578}"/>
              </a:ext>
            </a:extLst>
          </p:cNvPr>
          <p:cNvSpPr/>
          <p:nvPr userDrawn="1"/>
        </p:nvSpPr>
        <p:spPr>
          <a:xfrm>
            <a:off x="0" y="0"/>
            <a:ext cx="12192000" cy="63134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AA9F88F2-330E-DD44-819E-FE0F6E448C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40"/>
          <a:stretch/>
        </p:blipFill>
        <p:spPr>
          <a:xfrm>
            <a:off x="0" y="0"/>
            <a:ext cx="12192000" cy="6313488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54C204CC-C703-7E41-BCEC-B09F728EE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E7549-4130-C944-9195-963031F57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9577"/>
            <a:ext cx="9144000" cy="740386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8B7EA-A368-A045-80E9-DFCBD516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0FF7506-5CF0-934D-B77F-A3145E8E66D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 © Symatrix. All rights reserved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21">
          <p15:clr>
            <a:srgbClr val="FBAE40"/>
          </p15:clr>
        </p15:guide>
        <p15:guide id="4" pos="71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8BC550-C13D-DC4E-9E35-87DB415F1C6A}"/>
              </a:ext>
            </a:extLst>
          </p:cNvPr>
          <p:cNvSpPr/>
          <p:nvPr userDrawn="1"/>
        </p:nvSpPr>
        <p:spPr>
          <a:xfrm>
            <a:off x="0" y="0"/>
            <a:ext cx="12192000" cy="6313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ircuit board&#10;&#10;Description automatically generated">
            <a:extLst>
              <a:ext uri="{FF2B5EF4-FFF2-40B4-BE49-F238E27FC236}">
                <a16:creationId xmlns:a16="http://schemas.microsoft.com/office/drawing/2014/main" id="{83E0F1EE-ADE8-8F4C-BE34-E18CEA527F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00671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54C204CC-C703-7E41-BCEC-B09F728EE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E7549-4130-C944-9195-963031F57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9577"/>
            <a:ext cx="9144000" cy="740386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8B7EA-A368-A045-80E9-DFCBD516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10992-069F-B944-8944-9CB9E84D9DA4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© Symatrix. All rights reserved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187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21">
          <p15:clr>
            <a:srgbClr val="FBAE40"/>
          </p15:clr>
        </p15:guide>
        <p15:guide id="4" pos="71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1BD2666-74A1-584E-8EE1-6416EBAD8662}"/>
              </a:ext>
            </a:extLst>
          </p:cNvPr>
          <p:cNvSpPr/>
          <p:nvPr userDrawn="1"/>
        </p:nvSpPr>
        <p:spPr>
          <a:xfrm>
            <a:off x="0" y="0"/>
            <a:ext cx="12192000" cy="63134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33FAD89-C714-204E-89BB-0D9F56984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65" b="25433"/>
          <a:stretch/>
        </p:blipFill>
        <p:spPr>
          <a:xfrm>
            <a:off x="0" y="0"/>
            <a:ext cx="12192000" cy="6300671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54C204CC-C703-7E41-BCEC-B09F728EED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E7549-4130-C944-9195-963031F57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9577"/>
            <a:ext cx="9144000" cy="740386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8B7EA-A368-A045-80E9-DFCBD516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B11EFB8-AA62-7D4E-B4CD-A017849C7E79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GB" dirty="0">
                <a:solidFill>
                  <a:schemeClr val="tx2"/>
                </a:solidFill>
              </a:rPr>
              <a:t>Monday, 2 December 2019</a:t>
            </a:r>
            <a:r>
              <a:rPr lang="en-US" dirty="0">
                <a:solidFill>
                  <a:schemeClr val="tx2"/>
                </a:solidFill>
              </a:rPr>
              <a:t> // © Symatrix. All rights reserved // </a:t>
            </a:r>
            <a:fld id="{75B05412-18F7-C24F-A99F-96D9F0A66F3C}" type="slidenum">
              <a:rPr lang="en-US" b="1" smtClean="0">
                <a:solidFill>
                  <a:schemeClr val="tx2"/>
                </a:solidFill>
              </a:rPr>
              <a:pPr/>
              <a:t>‹#›</a:t>
            </a:fld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24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521">
          <p15:clr>
            <a:srgbClr val="FBAE40"/>
          </p15:clr>
        </p15:guide>
        <p15:guide id="4" pos="71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F12A900E-6A98-C142-878C-53077088F0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DAF27-EAF7-2D4B-9114-FF73A7F89F80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C4B7D3-2B71-774F-B5DB-B3F4CF33B72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13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266" y="85907"/>
            <a:ext cx="1217274" cy="41757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2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B7EDB31-1735-FB45-ACB1-24A44BFC39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864"/>
            <a:ext cx="12192000" cy="685627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ADFC10-9F3F-054B-997D-40AAC081BEAC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picture containing computer, group&#10;&#10;Description automatically generated">
            <a:extLst>
              <a:ext uri="{FF2B5EF4-FFF2-40B4-BE49-F238E27FC236}">
                <a16:creationId xmlns:a16="http://schemas.microsoft.com/office/drawing/2014/main" id="{9E821FC9-6E40-4040-A971-EBDA25D12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927" b="32131"/>
          <a:stretch/>
        </p:blipFill>
        <p:spPr>
          <a:xfrm>
            <a:off x="0" y="6313488"/>
            <a:ext cx="12192000" cy="544512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FB3DC778-3471-A342-A54D-1A6C304FEE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390" y="6228047"/>
            <a:ext cx="1270000" cy="50800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170791-A1D8-1549-AF94-4E0AFD621123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3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266" y="85907"/>
            <a:ext cx="1217274" cy="41757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066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B7EDB31-1735-FB45-ACB1-24A44BFC39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864"/>
            <a:ext cx="12192000" cy="685627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ADFC10-9F3F-054B-997D-40AAC081BEAC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picture containing computer, group&#10;&#10;Description automatically generated">
            <a:extLst>
              <a:ext uri="{FF2B5EF4-FFF2-40B4-BE49-F238E27FC236}">
                <a16:creationId xmlns:a16="http://schemas.microsoft.com/office/drawing/2014/main" id="{9E821FC9-6E40-4040-A971-EBDA25D12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927" b="32131"/>
          <a:stretch/>
        </p:blipFill>
        <p:spPr>
          <a:xfrm>
            <a:off x="0" y="6313488"/>
            <a:ext cx="12192000" cy="544512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170791-A1D8-1549-AF94-4E0AFD621123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266" y="85907"/>
            <a:ext cx="1217274" cy="41757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3738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9FC524E-98F4-9040-9457-D98B3D893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DAF27-EAF7-2D4B-9114-FF73A7F89F80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C4B7D3-2B71-774F-B5DB-B3F4CF33B72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13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266" y="85907"/>
            <a:ext cx="1217274" cy="417573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2778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9FC524E-98F4-9040-9457-D98B3D893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DAF27-EAF7-2D4B-9114-FF73A7F89F80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C4B7D3-2B71-774F-B5DB-B3F4CF33B72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23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5C3127C-4533-C44A-8B17-E6322BEF72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DAF27-EAF7-2D4B-9114-FF73A7F89F80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C4B7D3-2B71-774F-B5DB-B3F4CF33B72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7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232C1D8-3138-9743-82F3-496D7B3ADE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65" b="206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DAF27-EAF7-2D4B-9114-FF73A7F89F80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C4B7D3-2B71-774F-B5DB-B3F4CF33B72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044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232C1D8-3138-9743-82F3-496D7B3ADE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65" b="206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C431E3-A83F-1A4A-A054-36F9853E717F}"/>
              </a:ext>
            </a:extLst>
          </p:cNvPr>
          <p:cNvSpPr/>
          <p:nvPr userDrawn="1"/>
        </p:nvSpPr>
        <p:spPr>
          <a:xfrm>
            <a:off x="720969" y="545123"/>
            <a:ext cx="10779369" cy="555673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DAF27-EAF7-2D4B-9114-FF73A7F89F80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C4B7D3-2B71-774F-B5DB-B3F4CF33B72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08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FC13EA7-9440-934E-91C9-D1039C60E2DA}"/>
              </a:ext>
            </a:extLst>
          </p:cNvPr>
          <p:cNvGrpSpPr/>
          <p:nvPr userDrawn="1"/>
        </p:nvGrpSpPr>
        <p:grpSpPr>
          <a:xfrm>
            <a:off x="720970" y="1729523"/>
            <a:ext cx="10769600" cy="4372339"/>
            <a:chOff x="720970" y="545123"/>
            <a:chExt cx="10769600" cy="555673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6E8270-637E-D541-A2EC-E11EB4E7812D}"/>
                </a:ext>
              </a:extLst>
            </p:cNvPr>
            <p:cNvSpPr/>
            <p:nvPr userDrawn="1"/>
          </p:nvSpPr>
          <p:spPr>
            <a:xfrm>
              <a:off x="720970" y="545123"/>
              <a:ext cx="5181600" cy="555673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08B0009-34FE-F94D-9AB9-FC479EC8E692}"/>
                </a:ext>
              </a:extLst>
            </p:cNvPr>
            <p:cNvSpPr/>
            <p:nvPr userDrawn="1"/>
          </p:nvSpPr>
          <p:spPr>
            <a:xfrm>
              <a:off x="6308970" y="545123"/>
              <a:ext cx="5181600" cy="555673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9D968E-438E-144B-B419-8A51ECF55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81AB-5925-A24E-B1D7-CB3E203F2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6437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D0434-6003-E94D-BC55-11A9F438F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760" y="1825625"/>
            <a:ext cx="502881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9D71F-01A6-4F42-9484-36C9D1363DBA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4F3ABBE-6F0C-CF4B-BA2D-E083A6C365B9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Picture 9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A3078043-7802-E343-A8A5-D8A554C001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1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9AD64C-6474-524F-AF46-5D90981F6008}"/>
              </a:ext>
            </a:extLst>
          </p:cNvPr>
          <p:cNvSpPr/>
          <p:nvPr userDrawn="1"/>
        </p:nvSpPr>
        <p:spPr>
          <a:xfrm>
            <a:off x="720969" y="1701918"/>
            <a:ext cx="10779369" cy="43999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FDAF27-EAF7-2D4B-9114-FF73A7F89F80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C4B7D3-2B71-774F-B5DB-B3F4CF33B727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7B6482D5-DBAA-1344-8C05-C46FB1BBAC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27206-6FDE-1A4B-8183-7E6D4549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CE300F14-EF36-B247-B59E-29F9187569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963" b="12471"/>
          <a:stretch/>
        </p:blipFill>
        <p:spPr>
          <a:xfrm>
            <a:off x="720969" y="1701918"/>
            <a:ext cx="10779370" cy="43999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544F-2683-CD4C-B2C2-A095C3C5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75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08B0009-34FE-F94D-9AB9-FC479EC8E692}"/>
              </a:ext>
            </a:extLst>
          </p:cNvPr>
          <p:cNvSpPr/>
          <p:nvPr userDrawn="1"/>
        </p:nvSpPr>
        <p:spPr>
          <a:xfrm>
            <a:off x="6308970" y="1729523"/>
            <a:ext cx="5181600" cy="4372339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D968E-438E-144B-B419-8A51ECF55F0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81AB-5925-A24E-B1D7-CB3E203F231C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838200" y="1825625"/>
            <a:ext cx="506437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68DF561A-C55E-4346-80EF-B9B9E13657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09753" y="1729523"/>
            <a:ext cx="5201138" cy="43513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7DCCF3-CD62-1847-A444-F71B0627253B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omputer, group&#10;&#10;Description automatically generated">
            <a:extLst>
              <a:ext uri="{FF2B5EF4-FFF2-40B4-BE49-F238E27FC236}">
                <a16:creationId xmlns:a16="http://schemas.microsoft.com/office/drawing/2014/main" id="{652C9301-5A74-4042-8F54-F6727D03A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927" b="32131"/>
          <a:stretch/>
        </p:blipFill>
        <p:spPr>
          <a:xfrm>
            <a:off x="0" y="6313488"/>
            <a:ext cx="12192000" cy="544512"/>
          </a:xfrm>
          <a:prstGeom prst="rect">
            <a:avLst/>
          </a:prstGeom>
        </p:spPr>
      </p:pic>
      <p:pic>
        <p:nvPicPr>
          <p:cNvPr id="15" name="Picture 14" descr="A picture containing drawing&#10;&#10;Description automatically generated">
            <a:extLst>
              <a:ext uri="{FF2B5EF4-FFF2-40B4-BE49-F238E27FC236}">
                <a16:creationId xmlns:a16="http://schemas.microsoft.com/office/drawing/2014/main" id="{FA4EF815-BE76-6647-9E9E-B86033D9A58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1390" y="6228047"/>
            <a:ext cx="1270000" cy="508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3B9707F-A47E-684A-B093-91BE72CF0451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147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08B0009-34FE-F94D-9AB9-FC479EC8E692}"/>
              </a:ext>
            </a:extLst>
          </p:cNvPr>
          <p:cNvSpPr/>
          <p:nvPr userDrawn="1"/>
        </p:nvSpPr>
        <p:spPr>
          <a:xfrm>
            <a:off x="4442916" y="1729523"/>
            <a:ext cx="7047654" cy="4372339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D968E-438E-144B-B419-8A51ECF55F0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81AB-5925-A24E-B1D7-CB3E203F231C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838200" y="1825625"/>
            <a:ext cx="3081087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9D71F-01A6-4F42-9484-36C9D1363DBA}"/>
              </a:ext>
            </a:extLst>
          </p:cNvPr>
          <p:cNvSpPr/>
          <p:nvPr userDrawn="1"/>
        </p:nvSpPr>
        <p:spPr>
          <a:xfrm flipV="1">
            <a:off x="0" y="6313488"/>
            <a:ext cx="12192000" cy="544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4F3ABBE-6F0C-CF4B-BA2D-E083A6C365B9}"/>
              </a:ext>
            </a:extLst>
          </p:cNvPr>
          <p:cNvSpPr txBox="1">
            <a:spLocks/>
          </p:cNvSpPr>
          <p:nvPr userDrawn="1"/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Symatrix. All rights reserved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Picture 9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A3078043-7802-E343-A8A5-D8A554C001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616" y="6372914"/>
            <a:ext cx="1219199" cy="264566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193064E8-F60C-6441-A49C-14E149985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35" r="2620"/>
          <a:stretch/>
        </p:blipFill>
        <p:spPr>
          <a:xfrm>
            <a:off x="4442916" y="1729523"/>
            <a:ext cx="7047654" cy="437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56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BB8CA-05B6-49DE-8A8C-30863011A2C0}" type="datetimeFigureOut">
              <a:rPr lang="en-GB" smtClean="0"/>
              <a:t>22/01/2025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35EB-37C6-4D48-B63A-C1E7D00CDC1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6" name="Picture 5" descr="A picture containing computer, group&#10;&#10;Description automatically generated">
            <a:extLst>
              <a:ext uri="{FF2B5EF4-FFF2-40B4-BE49-F238E27FC236}">
                <a16:creationId xmlns:a16="http://schemas.microsoft.com/office/drawing/2014/main" id="{9E821FC9-6E40-4040-A971-EBDA25D12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927" b="32131"/>
          <a:stretch/>
        </p:blipFill>
        <p:spPr>
          <a:xfrm>
            <a:off x="0" y="6313488"/>
            <a:ext cx="12192000" cy="544512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33492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00B97-271A-3A45-B571-73D2D1B1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92477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24C08-787B-4546-8695-75C472D4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CD6787-6EB7-7D4E-AC52-7A07CBED0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0" y="6396773"/>
            <a:ext cx="52578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© Symatrix. All rights reserved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902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68" r:id="rId3"/>
    <p:sldLayoutId id="2147483660" r:id="rId4"/>
    <p:sldLayoutId id="2147483661" r:id="rId5"/>
    <p:sldLayoutId id="2147483662" r:id="rId6"/>
    <p:sldLayoutId id="2147483663" r:id="rId7"/>
    <p:sldLayoutId id="2147483650" r:id="rId8"/>
    <p:sldLayoutId id="2147483664" r:id="rId9"/>
    <p:sldLayoutId id="2147483678" r:id="rId10"/>
    <p:sldLayoutId id="2147483665" r:id="rId11"/>
    <p:sldLayoutId id="2147483677" r:id="rId12"/>
    <p:sldLayoutId id="2147483666" r:id="rId13"/>
    <p:sldLayoutId id="2147483667" r:id="rId14"/>
    <p:sldLayoutId id="2147483676" r:id="rId15"/>
    <p:sldLayoutId id="2147483652" r:id="rId16"/>
    <p:sldLayoutId id="2147483669" r:id="rId17"/>
    <p:sldLayoutId id="2147483670" r:id="rId18"/>
    <p:sldLayoutId id="2147483671" r:id="rId19"/>
    <p:sldLayoutId id="2147483680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1645-067E-3BDD-B9B6-70C93F69C2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Containers and Kubernetes a Testers Perspective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0AC3B-4F53-0B79-C6AB-D18521CD8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2662"/>
            <a:ext cx="9144000" cy="1655762"/>
          </a:xfrm>
        </p:spPr>
        <p:txBody>
          <a:bodyPr/>
          <a:lstStyle/>
          <a:p>
            <a:r>
              <a:rPr lang="en-GB" dirty="0"/>
              <a:t>Jan 2025</a:t>
            </a:r>
          </a:p>
        </p:txBody>
      </p:sp>
    </p:spTree>
    <p:extLst>
      <p:ext uri="{BB962C8B-B14F-4D97-AF65-F5344CB8AC3E}">
        <p14:creationId xmlns:p14="http://schemas.microsoft.com/office/powerpoint/2010/main" val="99227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234F66-1A48-6BFE-03A0-7F4E54E2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graphicFrame>
        <p:nvGraphicFramePr>
          <p:cNvPr id="14" name="Content Placeholder 5">
            <a:extLst>
              <a:ext uri="{FF2B5EF4-FFF2-40B4-BE49-F238E27FC236}">
                <a16:creationId xmlns:a16="http://schemas.microsoft.com/office/drawing/2014/main" id="{18523B40-C423-A632-B7CE-34756C3B2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6265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205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609972-7559-1853-88AC-F0296BC98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Containers</a:t>
            </a:r>
          </a:p>
          <a:p>
            <a:pPr lvl="1"/>
            <a:r>
              <a:rPr lang="en-GB" dirty="0"/>
              <a:t>Lightweight, portable units of software</a:t>
            </a:r>
          </a:p>
          <a:p>
            <a:pPr lvl="1"/>
            <a:r>
              <a:rPr lang="en-GB" dirty="0"/>
              <a:t>Package application code, dependencies and configurations together</a:t>
            </a:r>
          </a:p>
          <a:p>
            <a:pPr lvl="1"/>
            <a:r>
              <a:rPr lang="en-GB" dirty="0"/>
              <a:t>Ensures consistency across environments (development testing and production)</a:t>
            </a:r>
          </a:p>
          <a:p>
            <a:pPr lvl="1"/>
            <a:r>
              <a:rPr lang="en-GB" i="1" dirty="0"/>
              <a:t>Key features</a:t>
            </a:r>
          </a:p>
          <a:p>
            <a:pPr lvl="2"/>
            <a:r>
              <a:rPr lang="en-GB" i="1" dirty="0"/>
              <a:t>Isolation: Each container runs independently </a:t>
            </a:r>
          </a:p>
          <a:p>
            <a:pPr lvl="2"/>
            <a:r>
              <a:rPr lang="en-GB" i="1" dirty="0"/>
              <a:t>Portability: Runs anywhere – local machine cloud or hybrid setups</a:t>
            </a:r>
          </a:p>
          <a:p>
            <a:pPr lvl="2"/>
            <a:r>
              <a:rPr lang="en-GB" i="1" dirty="0"/>
              <a:t>Efficiency: Shares the host OS kernel reducing overhead</a:t>
            </a:r>
          </a:p>
          <a:p>
            <a:pPr marL="914400" lvl="2" indent="0">
              <a:buNone/>
            </a:pPr>
            <a:endParaRPr lang="en-GB" i="1" dirty="0"/>
          </a:p>
          <a:p>
            <a:pPr marL="914400" lvl="2" indent="0">
              <a:buNone/>
            </a:pPr>
            <a:r>
              <a:rPr lang="en-GB" i="1" dirty="0"/>
              <a:t>Tools: Docker, </a:t>
            </a:r>
            <a:r>
              <a:rPr lang="en-GB" i="1" dirty="0" err="1"/>
              <a:t>Podman</a:t>
            </a:r>
            <a:r>
              <a:rPr lang="en-GB" i="1" dirty="0"/>
              <a:t> and </a:t>
            </a:r>
            <a:r>
              <a:rPr lang="en-GB" i="1" dirty="0" err="1"/>
              <a:t>containerd</a:t>
            </a:r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4E5262-124E-F85F-1C75-CEBB5367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containers</a:t>
            </a:r>
          </a:p>
        </p:txBody>
      </p:sp>
    </p:spTree>
    <p:extLst>
      <p:ext uri="{BB962C8B-B14F-4D97-AF65-F5344CB8AC3E}">
        <p14:creationId xmlns:p14="http://schemas.microsoft.com/office/powerpoint/2010/main" val="265270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45487C-1BE0-FAC1-59FD-6528B51A9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042" y="1602139"/>
            <a:ext cx="10515600" cy="4351338"/>
          </a:xfrm>
        </p:spPr>
        <p:txBody>
          <a:bodyPr/>
          <a:lstStyle/>
          <a:p>
            <a:r>
              <a:rPr lang="en-GB" dirty="0"/>
              <a:t>Imagine your going on a trip</a:t>
            </a:r>
          </a:p>
          <a:p>
            <a:r>
              <a:rPr lang="en-GB" dirty="0"/>
              <a:t>Pack your suitcase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Travel to location</a:t>
            </a:r>
          </a:p>
          <a:p>
            <a:r>
              <a:rPr lang="en-GB" dirty="0"/>
              <a:t>Suitcase contains everything you need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035AF-5309-E906-5E10-E273087C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Explaining containers</a:t>
            </a:r>
          </a:p>
        </p:txBody>
      </p:sp>
      <p:pic>
        <p:nvPicPr>
          <p:cNvPr id="6" name="Graphic 5" descr="Suitcase outline">
            <a:extLst>
              <a:ext uri="{FF2B5EF4-FFF2-40B4-BE49-F238E27FC236}">
                <a16:creationId xmlns:a16="http://schemas.microsoft.com/office/drawing/2014/main" id="{5143B486-5990-F8A4-B1C4-5060086EA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953" y="2568241"/>
            <a:ext cx="914400" cy="914400"/>
          </a:xfrm>
          <a:prstGeom prst="rect">
            <a:avLst/>
          </a:prstGeom>
        </p:spPr>
      </p:pic>
      <p:pic>
        <p:nvPicPr>
          <p:cNvPr id="8" name="Graphic 7" descr="Toothbrush with solid fill">
            <a:extLst>
              <a:ext uri="{FF2B5EF4-FFF2-40B4-BE49-F238E27FC236}">
                <a16:creationId xmlns:a16="http://schemas.microsoft.com/office/drawing/2014/main" id="{07018EF9-32AD-FE8C-9539-35F27055C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042" y="2568241"/>
            <a:ext cx="914400" cy="914400"/>
          </a:xfrm>
          <a:prstGeom prst="rect">
            <a:avLst/>
          </a:prstGeom>
        </p:spPr>
      </p:pic>
      <p:pic>
        <p:nvPicPr>
          <p:cNvPr id="10" name="Graphic 9" descr="Shirt with solid fill">
            <a:extLst>
              <a:ext uri="{FF2B5EF4-FFF2-40B4-BE49-F238E27FC236}">
                <a16:creationId xmlns:a16="http://schemas.microsoft.com/office/drawing/2014/main" id="{08040246-8B89-B65D-C05E-523C13961E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1562" y="2554929"/>
            <a:ext cx="914400" cy="914400"/>
          </a:xfrm>
          <a:prstGeom prst="rect">
            <a:avLst/>
          </a:prstGeom>
        </p:spPr>
      </p:pic>
      <p:pic>
        <p:nvPicPr>
          <p:cNvPr id="12" name="Graphic 11" descr="Pants with solid fill">
            <a:extLst>
              <a:ext uri="{FF2B5EF4-FFF2-40B4-BE49-F238E27FC236}">
                <a16:creationId xmlns:a16="http://schemas.microsoft.com/office/drawing/2014/main" id="{D9D347B9-E49D-8573-14DF-C033758ECB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87162" y="2568241"/>
            <a:ext cx="914400" cy="9144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EDEDBC-F5F4-81CD-8753-E1FE85582270}"/>
              </a:ext>
            </a:extLst>
          </p:cNvPr>
          <p:cNvCxnSpPr/>
          <p:nvPr/>
        </p:nvCxnSpPr>
        <p:spPr>
          <a:xfrm>
            <a:off x="3689804" y="3134678"/>
            <a:ext cx="782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96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E598D3-4028-64CB-5A8C-8FA1E2D7F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Works the same on all machines (“No more it works on my machine”)</a:t>
            </a:r>
          </a:p>
          <a:p>
            <a:r>
              <a:rPr lang="en-GB" dirty="0"/>
              <a:t>Lightweight by sharing the Kernel</a:t>
            </a:r>
          </a:p>
          <a:p>
            <a:pPr lvl="1"/>
            <a:r>
              <a:rPr lang="en-GB" dirty="0"/>
              <a:t>Containers don’t have a full OS, They only include specific tools, libraries and dependencies</a:t>
            </a:r>
          </a:p>
          <a:p>
            <a:pPr lvl="1"/>
            <a:r>
              <a:rPr lang="en-GB" dirty="0"/>
              <a:t>They borrow resources form the OS of the machine they are on</a:t>
            </a:r>
          </a:p>
          <a:p>
            <a:r>
              <a:rPr lang="en-GB" dirty="0"/>
              <a:t>As docker containers that run on a host machine share the hosts OS kernel (host is Linux based or uses compatibility layer like WSL2)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FC5593-F835-D32F-FA43-71E0C523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Containers</a:t>
            </a:r>
          </a:p>
        </p:txBody>
      </p:sp>
    </p:spTree>
    <p:extLst>
      <p:ext uri="{BB962C8B-B14F-4D97-AF65-F5344CB8AC3E}">
        <p14:creationId xmlns:p14="http://schemas.microsoft.com/office/powerpoint/2010/main" val="12354413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4A6A1B-88B0-9B5A-BC95-9CCC15883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 Differences </a:t>
            </a:r>
          </a:p>
          <a:p>
            <a:pPr lvl="1"/>
            <a:r>
              <a:rPr lang="en-GB" dirty="0"/>
              <a:t>VM’s: Resource intensive, slow boot times</a:t>
            </a:r>
          </a:p>
          <a:p>
            <a:pPr lvl="1"/>
            <a:r>
              <a:rPr lang="en-GB" dirty="0"/>
              <a:t>Containers: Lightweight, share host OS, fast start times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1513E9-50B7-DDCD-594A-E8037A5E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VM’s vs Docker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7FEF1A-23D1-E6A9-7D9D-8EF3C1948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038606"/>
              </p:ext>
            </p:extLst>
          </p:nvPr>
        </p:nvGraphicFramePr>
        <p:xfrm>
          <a:off x="1391920" y="3445034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870834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130644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9047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Virtual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06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0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Startup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69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Isolation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Full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Process-Level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8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97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536026-6A45-D6A9-7AD7-AB2D74D82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did Kubernetes come from</a:t>
            </a:r>
          </a:p>
          <a:p>
            <a:pPr lvl="1"/>
            <a:r>
              <a:rPr lang="en-GB" dirty="0"/>
              <a:t>Kubernetes was created by Google to manage its cloud infrastructure</a:t>
            </a:r>
          </a:p>
          <a:p>
            <a:r>
              <a:rPr lang="en-GB" dirty="0"/>
              <a:t>What is Kubernetes</a:t>
            </a:r>
          </a:p>
          <a:p>
            <a:pPr lvl="1"/>
            <a:r>
              <a:rPr lang="en-GB" dirty="0"/>
              <a:t>An open-source container orchestration platform</a:t>
            </a:r>
          </a:p>
          <a:p>
            <a:pPr lvl="1"/>
            <a:r>
              <a:rPr lang="en-GB" dirty="0"/>
              <a:t>Automates the deployment, scaling and management of containerised applications</a:t>
            </a:r>
          </a:p>
          <a:p>
            <a:r>
              <a:rPr lang="en-GB" dirty="0"/>
              <a:t>Kubernetes terminology</a:t>
            </a:r>
          </a:p>
          <a:p>
            <a:pPr lvl="1"/>
            <a:r>
              <a:rPr lang="en-GB" dirty="0"/>
              <a:t>Pod – smallest deployable unit (one or more containers)</a:t>
            </a:r>
          </a:p>
          <a:p>
            <a:pPr lvl="1"/>
            <a:r>
              <a:rPr lang="en-GB" dirty="0"/>
              <a:t>Node – Machine (Physical or Virtual)</a:t>
            </a:r>
          </a:p>
          <a:p>
            <a:pPr lvl="1"/>
            <a:r>
              <a:rPr lang="en-GB" dirty="0"/>
              <a:t>Cluster – Group of Machines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EA4FFD-7B19-4A16-0F0E-7D59995C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Kubernetes</a:t>
            </a:r>
          </a:p>
        </p:txBody>
      </p:sp>
    </p:spTree>
    <p:extLst>
      <p:ext uri="{BB962C8B-B14F-4D97-AF65-F5344CB8AC3E}">
        <p14:creationId xmlns:p14="http://schemas.microsoft.com/office/powerpoint/2010/main" val="312892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326BF5-1DB2-9112-CFE4-D82762AF8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Helm is an open-source tool that helps manage the deployment of applications in a Kubernetes cluster</a:t>
            </a:r>
          </a:p>
          <a:p>
            <a:r>
              <a:rPr lang="en-GB" dirty="0"/>
              <a:t>Helm charts make use of templating and is written in YAML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of the environments will use a common template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2141F6-8BFE-7FAE-6F24-EB8A8DE6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Helm</a:t>
            </a:r>
          </a:p>
        </p:txBody>
      </p:sp>
      <p:pic>
        <p:nvPicPr>
          <p:cNvPr id="5" name="Graphic 4" descr="Box outline">
            <a:extLst>
              <a:ext uri="{FF2B5EF4-FFF2-40B4-BE49-F238E27FC236}">
                <a16:creationId xmlns:a16="http://schemas.microsoft.com/office/drawing/2014/main" id="{47ED54FB-76F1-D60E-46A4-62DEA5F70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9589" y="3554112"/>
            <a:ext cx="914400" cy="914400"/>
          </a:xfrm>
          <a:prstGeom prst="rect">
            <a:avLst/>
          </a:prstGeom>
        </p:spPr>
      </p:pic>
      <p:pic>
        <p:nvPicPr>
          <p:cNvPr id="6" name="Graphic 5" descr="Box outline">
            <a:extLst>
              <a:ext uri="{FF2B5EF4-FFF2-40B4-BE49-F238E27FC236}">
                <a16:creationId xmlns:a16="http://schemas.microsoft.com/office/drawing/2014/main" id="{75EC91A7-2099-2BC5-BBD9-4641C30F0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5378" y="3554112"/>
            <a:ext cx="914400" cy="914400"/>
          </a:xfrm>
          <a:prstGeom prst="rect">
            <a:avLst/>
          </a:prstGeom>
        </p:spPr>
      </p:pic>
      <p:pic>
        <p:nvPicPr>
          <p:cNvPr id="7" name="Graphic 6" descr="Box outline">
            <a:extLst>
              <a:ext uri="{FF2B5EF4-FFF2-40B4-BE49-F238E27FC236}">
                <a16:creationId xmlns:a16="http://schemas.microsoft.com/office/drawing/2014/main" id="{0BC6A3A7-5E02-4E57-CFE1-37FB0A5A4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1167" y="355411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F04312-9A85-C6B4-3CA0-A2EB4D232728}"/>
              </a:ext>
            </a:extLst>
          </p:cNvPr>
          <p:cNvSpPr txBox="1"/>
          <p:nvPr/>
        </p:nvSpPr>
        <p:spPr>
          <a:xfrm>
            <a:off x="1722922" y="4468512"/>
            <a:ext cx="616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161AB-C70C-D506-4B7E-973F7686A724}"/>
              </a:ext>
            </a:extLst>
          </p:cNvPr>
          <p:cNvSpPr txBox="1"/>
          <p:nvPr/>
        </p:nvSpPr>
        <p:spPr>
          <a:xfrm>
            <a:off x="3264569" y="4468512"/>
            <a:ext cx="616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D9193-AA1B-D136-6971-AE619DAC9030}"/>
              </a:ext>
            </a:extLst>
          </p:cNvPr>
          <p:cNvSpPr txBox="1"/>
          <p:nvPr/>
        </p:nvSpPr>
        <p:spPr>
          <a:xfrm>
            <a:off x="4860358" y="4468512"/>
            <a:ext cx="76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prod</a:t>
            </a:r>
          </a:p>
        </p:txBody>
      </p:sp>
    </p:spTree>
    <p:extLst>
      <p:ext uri="{BB962C8B-B14F-4D97-AF65-F5344CB8AC3E}">
        <p14:creationId xmlns:p14="http://schemas.microsoft.com/office/powerpoint/2010/main" val="80043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4C2A3-D3A7-AAD8-5EE7-87495EE73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Helm-chart</a:t>
            </a:r>
          </a:p>
          <a:p>
            <a:pPr marL="0" indent="0">
              <a:buNone/>
            </a:pPr>
            <a:r>
              <a:rPr lang="en-GB"/>
              <a:t>	|- </a:t>
            </a:r>
            <a:r>
              <a:rPr lang="en-GB" dirty="0" err="1"/>
              <a:t>Chart.yml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|- </a:t>
            </a:r>
            <a:r>
              <a:rPr lang="en-GB" dirty="0" err="1"/>
              <a:t>values.yml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|- templates/</a:t>
            </a:r>
          </a:p>
          <a:p>
            <a:pPr marL="0" indent="0">
              <a:buNone/>
            </a:pPr>
            <a:r>
              <a:rPr lang="en-GB" dirty="0"/>
              <a:t>	|	|- </a:t>
            </a:r>
            <a:r>
              <a:rPr lang="en-GB" dirty="0" err="1"/>
              <a:t>deployment.yaml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|	|- </a:t>
            </a:r>
            <a:r>
              <a:rPr lang="en-GB" dirty="0" err="1"/>
              <a:t>services.yaml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|	|- </a:t>
            </a:r>
            <a:r>
              <a:rPr lang="en-GB" dirty="0" err="1"/>
              <a:t>configmap.yaml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|- charts/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65E890-FE88-C482-1585-770C8DA4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Helm Chart file structure</a:t>
            </a:r>
          </a:p>
        </p:txBody>
      </p:sp>
    </p:spTree>
    <p:extLst>
      <p:ext uri="{BB962C8B-B14F-4D97-AF65-F5344CB8AC3E}">
        <p14:creationId xmlns:p14="http://schemas.microsoft.com/office/powerpoint/2010/main" val="57158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D07D24-B011-10A0-C380-35C1D04CB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YAML is a markup language and it’s a mark up language </a:t>
            </a:r>
          </a:p>
          <a:p>
            <a:r>
              <a:rPr lang="en-GB" dirty="0"/>
              <a:t>Industry standard used in various applications such as:</a:t>
            </a:r>
          </a:p>
          <a:p>
            <a:pPr lvl="1"/>
            <a:r>
              <a:rPr lang="en-GB" dirty="0"/>
              <a:t>Ansible – administration tool for deploy applications to Unix boxes</a:t>
            </a:r>
          </a:p>
          <a:p>
            <a:pPr lvl="1"/>
            <a:r>
              <a:rPr lang="en-GB" dirty="0"/>
              <a:t>Azure DevOps</a:t>
            </a:r>
          </a:p>
          <a:p>
            <a:pPr lvl="1"/>
            <a:r>
              <a:rPr lang="en-GB" dirty="0"/>
              <a:t>Jenkins</a:t>
            </a:r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29A264-1215-9446-7636-4606D3E3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YAML</a:t>
            </a:r>
          </a:p>
        </p:txBody>
      </p:sp>
    </p:spTree>
    <p:extLst>
      <p:ext uri="{BB962C8B-B14F-4D97-AF65-F5344CB8AC3E}">
        <p14:creationId xmlns:p14="http://schemas.microsoft.com/office/powerpoint/2010/main" val="334843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C38A62-703C-36A0-A5D8-C1B7BCF62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060" y="2263052"/>
            <a:ext cx="3340272" cy="192414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C2F435-F0BC-CE0D-2D14-F920E793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YAML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E09C86-00EE-DBAC-F57C-38070934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052" y="2274029"/>
            <a:ext cx="5569236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00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12C1E-1915-5791-68AE-38FA1BA2C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Create containing our applications</a:t>
            </a:r>
          </a:p>
          <a:p>
            <a:pPr lvl="1"/>
            <a:r>
              <a:rPr lang="en-GB" dirty="0"/>
              <a:t>This container may also pull all our scripts into it.</a:t>
            </a:r>
          </a:p>
          <a:p>
            <a:r>
              <a:rPr lang="en-GB" dirty="0"/>
              <a:t>Create a helm script to deploy our containers to servers</a:t>
            </a:r>
          </a:p>
          <a:p>
            <a:r>
              <a:rPr lang="en-GB" dirty="0"/>
              <a:t>Modify the CI/CD pipeline</a:t>
            </a:r>
          </a:p>
          <a:p>
            <a:pPr lvl="1"/>
            <a:r>
              <a:rPr lang="en-GB" dirty="0"/>
              <a:t>This could involves adding a test stage</a:t>
            </a:r>
          </a:p>
          <a:p>
            <a:pPr lvl="1"/>
            <a:r>
              <a:rPr lang="en-GB" dirty="0"/>
              <a:t>Update your pipeline for updating and displaying the results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2732F4-DF53-9BB7-5505-2CEE714C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3163114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F84E76-C90C-9F04-20EF-F3E51998D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297"/>
            <a:ext cx="10515600" cy="4351338"/>
          </a:xfrm>
        </p:spPr>
        <p:txBody>
          <a:bodyPr/>
          <a:lstStyle/>
          <a:p>
            <a:r>
              <a:rPr lang="en-GB" dirty="0"/>
              <a:t>Example pipeline triggered when code submitted to base branch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3A4569-5457-C4A9-80F3-25A89819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Pipeline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B65F02-3E54-688C-31A7-B6A8D7D6D8B8}"/>
              </a:ext>
            </a:extLst>
          </p:cNvPr>
          <p:cNvSpPr/>
          <p:nvPr/>
        </p:nvSpPr>
        <p:spPr>
          <a:xfrm>
            <a:off x="1603248" y="2953512"/>
            <a:ext cx="1508760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Build Apps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D4CE05-12E2-717F-643B-B79D9FFCAD40}"/>
              </a:ext>
            </a:extLst>
          </p:cNvPr>
          <p:cNvSpPr/>
          <p:nvPr/>
        </p:nvSpPr>
        <p:spPr>
          <a:xfrm>
            <a:off x="5529072" y="2953512"/>
            <a:ext cx="1508760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Deploy Apps to test Env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F18882-338E-B37F-8112-A5530B374E98}"/>
              </a:ext>
            </a:extLst>
          </p:cNvPr>
          <p:cNvSpPr/>
          <p:nvPr/>
        </p:nvSpPr>
        <p:spPr>
          <a:xfrm>
            <a:off x="7491984" y="2953512"/>
            <a:ext cx="1508760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Run Tests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8F7B7B-36DC-1D0F-7077-B934A833E96D}"/>
              </a:ext>
            </a:extLst>
          </p:cNvPr>
          <p:cNvSpPr/>
          <p:nvPr/>
        </p:nvSpPr>
        <p:spPr>
          <a:xfrm>
            <a:off x="9454896" y="2953512"/>
            <a:ext cx="1508760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Generate results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D39506-336F-397A-67EB-94E448D6E935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3112008" y="3191256"/>
            <a:ext cx="454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D04703-FAA4-95AE-197E-27F3F793E63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37832" y="3191256"/>
            <a:ext cx="454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C2BA6E-1018-0888-2469-92B8A3FDD9E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9000744" y="3191256"/>
            <a:ext cx="454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9593C5-B7F4-131D-B064-C24740F72604}"/>
              </a:ext>
            </a:extLst>
          </p:cNvPr>
          <p:cNvSpPr/>
          <p:nvPr/>
        </p:nvSpPr>
        <p:spPr>
          <a:xfrm>
            <a:off x="3566160" y="2953512"/>
            <a:ext cx="1508760" cy="4754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Run Unit Tests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E5ED4C-ACBA-423D-C4F1-FC6296F5FB0B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>
            <a:off x="5074920" y="3191256"/>
            <a:ext cx="454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314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8471-A7A1-920E-91AC-0D45889F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7D53EA-2E61-57D7-BA4D-D3F59D7D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During talk we Covered Containers</a:t>
            </a:r>
          </a:p>
          <a:p>
            <a:r>
              <a:rPr lang="en-GB" dirty="0"/>
              <a:t>Kubernetes</a:t>
            </a:r>
          </a:p>
          <a:p>
            <a:r>
              <a:rPr lang="en-GB" dirty="0"/>
              <a:t>How we can use these in testing</a:t>
            </a:r>
          </a:p>
          <a:p>
            <a:r>
              <a:rPr lang="en-GB" dirty="0"/>
              <a:t>Q&amp;A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A943F3-A9CF-B415-2890-8F478583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89687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85958"/>
      </a:dk2>
      <a:lt2>
        <a:srgbClr val="E7E6E5"/>
      </a:lt2>
      <a:accent1>
        <a:srgbClr val="292A6A"/>
      </a:accent1>
      <a:accent2>
        <a:srgbClr val="D03B62"/>
      </a:accent2>
      <a:accent3>
        <a:srgbClr val="5953EB"/>
      </a:accent3>
      <a:accent4>
        <a:srgbClr val="853994"/>
      </a:accent4>
      <a:accent5>
        <a:srgbClr val="056476"/>
      </a:accent5>
      <a:accent6>
        <a:srgbClr val="74CCD1"/>
      </a:accent6>
      <a:hlink>
        <a:srgbClr val="D03B62"/>
      </a:hlink>
      <a:folHlink>
        <a:srgbClr val="292A6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DF14B15863E4280B7421F47E7CB42" ma:contentTypeVersion="11" ma:contentTypeDescription="Create a new document." ma:contentTypeScope="" ma:versionID="cbcec5d993479a583c04117c7c845984">
  <xsd:schema xmlns:xsd="http://www.w3.org/2001/XMLSchema" xmlns:xs="http://www.w3.org/2001/XMLSchema" xmlns:p="http://schemas.microsoft.com/office/2006/metadata/properties" xmlns:ns2="d3bd067c-b815-461e-90be-dc68f1180619" xmlns:ns3="a8e6274a-5d81-461b-b711-81697692726f" targetNamespace="http://schemas.microsoft.com/office/2006/metadata/properties" ma:root="true" ma:fieldsID="4f23e7d1a072cc08b17c15277cb4f120" ns2:_="" ns3:_="">
    <xsd:import namespace="d3bd067c-b815-461e-90be-dc68f1180619"/>
    <xsd:import namespace="a8e6274a-5d81-461b-b711-8169769272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bd067c-b815-461e-90be-dc68f11806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6274a-5d81-461b-b711-8169769272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7DCF01-D78A-4227-AE24-146AA2113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18AD81-861E-4EB3-B3FD-B6084E11EF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bd067c-b815-461e-90be-dc68f1180619"/>
    <ds:schemaRef ds:uri="a8e6274a-5d81-461b-b711-8169769272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8D0448-25CF-4180-AA18-2243F6971801}">
  <ds:schemaRefs>
    <ds:schemaRef ds:uri="a8e6274a-5d81-461b-b711-81697692726f"/>
    <ds:schemaRef ds:uri="http://schemas.microsoft.com/office/2006/documentManagement/types"/>
    <ds:schemaRef ds:uri="http://purl.org/dc/terms/"/>
    <ds:schemaRef ds:uri="d3bd067c-b815-461e-90be-dc68f1180619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9784</TotalTime>
  <Words>495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Containers and Kubernetes a Testers Perspective</vt:lpstr>
      <vt:lpstr>Agenda</vt:lpstr>
      <vt:lpstr>Introduction to containers</vt:lpstr>
      <vt:lpstr>Explaining containers</vt:lpstr>
      <vt:lpstr>Why Use Containers</vt:lpstr>
      <vt:lpstr>VM’s vs Docker</vt:lpstr>
      <vt:lpstr>Introduction to Kubernetes</vt:lpstr>
      <vt:lpstr>Helm</vt:lpstr>
      <vt:lpstr>Helm Chart file structure</vt:lpstr>
      <vt:lpstr>YAML</vt:lpstr>
      <vt:lpstr>YAML example</vt:lpstr>
      <vt:lpstr>Pipeline</vt:lpstr>
      <vt:lpstr>Pipeline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 Easton</dc:creator>
  <cp:lastModifiedBy>Daniel Ede</cp:lastModifiedBy>
  <cp:revision>802</cp:revision>
  <cp:lastPrinted>2020-08-18T08:38:14Z</cp:lastPrinted>
  <dcterms:created xsi:type="dcterms:W3CDTF">2019-12-02T12:58:31Z</dcterms:created>
  <dcterms:modified xsi:type="dcterms:W3CDTF">2025-01-22T14:41:07Z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0x01010076BDF14B15863E4280B7421F47E7CB42</vt:lpwstr>
  </property>
</Properties>
</file>