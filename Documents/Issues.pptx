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97FB0-67F4-2AFE-BE30-555A92B692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FF12DF4-8CE2-8900-E52C-AE316AE279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F0D5873-2A1B-5C44-E62D-4F152B5B6330}"/>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5" name="Footer Placeholder 4">
            <a:extLst>
              <a:ext uri="{FF2B5EF4-FFF2-40B4-BE49-F238E27FC236}">
                <a16:creationId xmlns:a16="http://schemas.microsoft.com/office/drawing/2014/main" id="{243BFFE5-AD34-4BAD-69A4-4E64776BAD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5EA328-E822-5A9D-2070-34466633C457}"/>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1291078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5A78A-C893-A755-4E22-112DE6A3EF8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3B6F90-6BEB-4979-828B-78A246F371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7B0D8A-29E2-DBF8-B159-452F638D20F0}"/>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5" name="Footer Placeholder 4">
            <a:extLst>
              <a:ext uri="{FF2B5EF4-FFF2-40B4-BE49-F238E27FC236}">
                <a16:creationId xmlns:a16="http://schemas.microsoft.com/office/drawing/2014/main" id="{15A83AAE-62AD-E8DC-B087-09E8368495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1BA024-B36E-54A2-BCB6-33ACD72C6B70}"/>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2068751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983E-3E43-9702-7370-496D40406D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7FADFA6-8D1D-B004-1BAE-E9625066C4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751095-5D86-AF2C-B24F-226976CD1568}"/>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5" name="Footer Placeholder 4">
            <a:extLst>
              <a:ext uri="{FF2B5EF4-FFF2-40B4-BE49-F238E27FC236}">
                <a16:creationId xmlns:a16="http://schemas.microsoft.com/office/drawing/2014/main" id="{FAB7D37A-ACAE-F6FA-6FE5-2154A60D07D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2E9122-6F63-B3D9-F044-A0BB0F1C7CFD}"/>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1233886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2427-7BA5-D9FC-C85B-F617FF36693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AED9C0F-37BD-8AA1-11E2-C33CE7BB4D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6BB460C-3895-DFA9-A9E7-D54440185B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FBCFE19-01C5-5200-12AA-A3A30C25E34F}"/>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6" name="Footer Placeholder 5">
            <a:extLst>
              <a:ext uri="{FF2B5EF4-FFF2-40B4-BE49-F238E27FC236}">
                <a16:creationId xmlns:a16="http://schemas.microsoft.com/office/drawing/2014/main" id="{A6885C57-61E9-BFF5-A6D5-B32E46EA169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C638AD-6D50-7986-6DCC-5597A7635228}"/>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285461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41B6E-14C5-DC59-D283-ECE88AC7201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EF6C67F-F8F5-F271-370A-0AF1F6FAA1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F653F7-EFB8-50D3-8B56-1A507B3818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1E1171C-18EA-CC14-24EF-D0E2F6CFD7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741265-3A2E-B10F-DFE4-B2AFA515B1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AE612B8-0330-006E-62EB-72A6DBA754D3}"/>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8" name="Footer Placeholder 7">
            <a:extLst>
              <a:ext uri="{FF2B5EF4-FFF2-40B4-BE49-F238E27FC236}">
                <a16:creationId xmlns:a16="http://schemas.microsoft.com/office/drawing/2014/main" id="{DC9CD347-9D5F-AA41-24BA-792C943E92B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0E9A589-E19C-96BC-0A14-1265B3ABCB79}"/>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2324964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31C21-9DD6-5670-A1C3-7F3A0137345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ED7C565-F6C4-1620-155E-9BA8E86CFF08}"/>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4" name="Footer Placeholder 3">
            <a:extLst>
              <a:ext uri="{FF2B5EF4-FFF2-40B4-BE49-F238E27FC236}">
                <a16:creationId xmlns:a16="http://schemas.microsoft.com/office/drawing/2014/main" id="{F3A15E04-6013-7211-7C09-977E2BBF368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9593ED0-3539-3326-867B-7CBA79579815}"/>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1497850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B59A12-D10C-9D90-FA01-2DE13C758BDA}"/>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3" name="Footer Placeholder 2">
            <a:extLst>
              <a:ext uri="{FF2B5EF4-FFF2-40B4-BE49-F238E27FC236}">
                <a16:creationId xmlns:a16="http://schemas.microsoft.com/office/drawing/2014/main" id="{93F0A12D-7958-CC2F-5F8A-529A5BBDB7B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76E87BF-57EC-16C6-25B6-C4CA8ED2E78A}"/>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4094131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D327F-2742-F338-F893-EB6AA88F68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7483648-B1EB-2C32-F77C-3688E6F9F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8D73A02-6A99-76BE-288E-3E5548BDAA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00296-BB0A-A8B4-AB51-BBB0E139012E}"/>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6" name="Footer Placeholder 5">
            <a:extLst>
              <a:ext uri="{FF2B5EF4-FFF2-40B4-BE49-F238E27FC236}">
                <a16:creationId xmlns:a16="http://schemas.microsoft.com/office/drawing/2014/main" id="{74EE31B2-7B2F-D5D1-C8C4-B78E5150D4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62C5301-1AAE-52C0-3B30-FA1A60712C0D}"/>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421569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51B81-791C-82DA-4DE8-73C5B5DFCB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3638BA8-5090-CDB7-34AE-FCA52247FA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90D5A28-ADC9-4B7C-27FD-FDC95FF48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139D1B-5877-7C74-7675-48271AEE669C}"/>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6" name="Footer Placeholder 5">
            <a:extLst>
              <a:ext uri="{FF2B5EF4-FFF2-40B4-BE49-F238E27FC236}">
                <a16:creationId xmlns:a16="http://schemas.microsoft.com/office/drawing/2014/main" id="{B0BF863E-CCC2-743F-64C8-68B83FA3C7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8E989E-D3BD-B409-40C2-63FC768F8357}"/>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846413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D561-327D-572E-221F-10D1C961975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D4AAFEC-0776-BA61-D8B3-BC95BC1916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34D60E4-311A-080D-8719-E6C1835905EA}"/>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5" name="Footer Placeholder 4">
            <a:extLst>
              <a:ext uri="{FF2B5EF4-FFF2-40B4-BE49-F238E27FC236}">
                <a16:creationId xmlns:a16="http://schemas.microsoft.com/office/drawing/2014/main" id="{7994BC52-6C8D-D302-77EB-727FD7F85A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5417C0-6DEE-C1E2-9491-D63095EE8414}"/>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3727328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53EF8D-98EE-0C1D-404F-23E31EF4A3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3DF8A4E-9EE9-34F5-6107-098969C26D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2B8FB22-1F67-1956-C9C8-26083F5A9B12}"/>
              </a:ext>
            </a:extLst>
          </p:cNvPr>
          <p:cNvSpPr>
            <a:spLocks noGrp="1"/>
          </p:cNvSpPr>
          <p:nvPr>
            <p:ph type="dt" sz="half" idx="10"/>
          </p:nvPr>
        </p:nvSpPr>
        <p:spPr/>
        <p:txBody>
          <a:bodyPr/>
          <a:lstStyle/>
          <a:p>
            <a:fld id="{B18A9900-9674-4741-A6F2-D3ACCAFD307B}" type="datetimeFigureOut">
              <a:rPr lang="en-GB" smtClean="0"/>
              <a:t>27/03/2025</a:t>
            </a:fld>
            <a:endParaRPr lang="en-GB"/>
          </a:p>
        </p:txBody>
      </p:sp>
      <p:sp>
        <p:nvSpPr>
          <p:cNvPr id="5" name="Footer Placeholder 4">
            <a:extLst>
              <a:ext uri="{FF2B5EF4-FFF2-40B4-BE49-F238E27FC236}">
                <a16:creationId xmlns:a16="http://schemas.microsoft.com/office/drawing/2014/main" id="{F9EF7177-40D3-7E70-D9C1-5FDB6174F3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7A6BF7-05C2-27A0-1382-2362A8B867BB}"/>
              </a:ext>
            </a:extLst>
          </p:cNvPr>
          <p:cNvSpPr>
            <a:spLocks noGrp="1"/>
          </p:cNvSpPr>
          <p:nvPr>
            <p:ph type="sldNum" sz="quarter" idx="12"/>
          </p:nvPr>
        </p:nvSpPr>
        <p:spPr/>
        <p:txBody>
          <a:bodyPr/>
          <a:lstStyle/>
          <a:p>
            <a:fld id="{0054FB82-4B72-482E-B299-276EEF5D01D1}" type="slidenum">
              <a:rPr lang="en-GB" smtClean="0"/>
              <a:t>‹#›</a:t>
            </a:fld>
            <a:endParaRPr lang="en-GB"/>
          </a:p>
        </p:txBody>
      </p:sp>
    </p:spTree>
    <p:extLst>
      <p:ext uri="{BB962C8B-B14F-4D97-AF65-F5344CB8AC3E}">
        <p14:creationId xmlns:p14="http://schemas.microsoft.com/office/powerpoint/2010/main" val="269504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FB4D69-43CF-4454-4339-17F6D62457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E41E0D-8A8A-FD51-753A-C343421A0D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408D3E-E4B1-B76E-A59F-92E1F2A759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8A9900-9674-4741-A6F2-D3ACCAFD307B}" type="datetimeFigureOut">
              <a:rPr lang="en-GB" smtClean="0"/>
              <a:t>27/03/2025</a:t>
            </a:fld>
            <a:endParaRPr lang="en-GB"/>
          </a:p>
        </p:txBody>
      </p:sp>
      <p:sp>
        <p:nvSpPr>
          <p:cNvPr id="5" name="Footer Placeholder 4">
            <a:extLst>
              <a:ext uri="{FF2B5EF4-FFF2-40B4-BE49-F238E27FC236}">
                <a16:creationId xmlns:a16="http://schemas.microsoft.com/office/drawing/2014/main" id="{6E939069-DECD-8B4A-35F5-420B20A077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10F438F-8B84-FB69-3820-D61F176779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54FB82-4B72-482E-B299-276EEF5D01D1}" type="slidenum">
              <a:rPr lang="en-GB" smtClean="0"/>
              <a:t>‹#›</a:t>
            </a:fld>
            <a:endParaRPr lang="en-GB"/>
          </a:p>
        </p:txBody>
      </p:sp>
    </p:spTree>
    <p:extLst>
      <p:ext uri="{BB962C8B-B14F-4D97-AF65-F5344CB8AC3E}">
        <p14:creationId xmlns:p14="http://schemas.microsoft.com/office/powerpoint/2010/main" val="1995160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21C62-A107-0794-6F11-D660140FB61E}"/>
              </a:ext>
            </a:extLst>
          </p:cNvPr>
          <p:cNvSpPr>
            <a:spLocks noGrp="1"/>
          </p:cNvSpPr>
          <p:nvPr>
            <p:ph type="ctrTitle"/>
          </p:nvPr>
        </p:nvSpPr>
        <p:spPr/>
        <p:txBody>
          <a:bodyPr/>
          <a:lstStyle/>
          <a:p>
            <a:r>
              <a:rPr lang="en-GB" dirty="0"/>
              <a:t>Issues</a:t>
            </a:r>
          </a:p>
        </p:txBody>
      </p:sp>
      <p:sp>
        <p:nvSpPr>
          <p:cNvPr id="3" name="Subtitle 2">
            <a:extLst>
              <a:ext uri="{FF2B5EF4-FFF2-40B4-BE49-F238E27FC236}">
                <a16:creationId xmlns:a16="http://schemas.microsoft.com/office/drawing/2014/main" id="{31785F12-87EF-4322-554D-66C232BB1A8F}"/>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499850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9D162-ECD0-C32C-F607-C36A4362DADC}"/>
              </a:ext>
            </a:extLst>
          </p:cNvPr>
          <p:cNvSpPr>
            <a:spLocks noGrp="1"/>
          </p:cNvSpPr>
          <p:nvPr>
            <p:ph type="title"/>
          </p:nvPr>
        </p:nvSpPr>
        <p:spPr/>
        <p:txBody>
          <a:bodyPr/>
          <a:lstStyle/>
          <a:p>
            <a:r>
              <a:rPr lang="en-GB" dirty="0"/>
              <a:t>Issues</a:t>
            </a:r>
          </a:p>
        </p:txBody>
      </p:sp>
      <p:sp>
        <p:nvSpPr>
          <p:cNvPr id="3" name="Content Placeholder 2">
            <a:extLst>
              <a:ext uri="{FF2B5EF4-FFF2-40B4-BE49-F238E27FC236}">
                <a16:creationId xmlns:a16="http://schemas.microsoft.com/office/drawing/2014/main" id="{0286FD13-F465-A2AC-2700-B28F390F1533}"/>
              </a:ext>
            </a:extLst>
          </p:cNvPr>
          <p:cNvSpPr>
            <a:spLocks noGrp="1"/>
          </p:cNvSpPr>
          <p:nvPr>
            <p:ph idx="1"/>
          </p:nvPr>
        </p:nvSpPr>
        <p:spPr/>
        <p:txBody>
          <a:bodyPr>
            <a:normAutofit fontScale="92500" lnSpcReduction="10000"/>
          </a:bodyPr>
          <a:lstStyle/>
          <a:p>
            <a:r>
              <a:rPr lang="en-GB" dirty="0"/>
              <a:t>Set-up</a:t>
            </a:r>
          </a:p>
          <a:p>
            <a:r>
              <a:rPr lang="en-GB" dirty="0"/>
              <a:t>Each Person experienced slightly different issues with the set-up </a:t>
            </a:r>
          </a:p>
          <a:p>
            <a:pPr lvl="1"/>
            <a:r>
              <a:rPr lang="en-GB" dirty="0"/>
              <a:t>Team would hold calls to try and solve these so various people would go through the process of working out each of the issues</a:t>
            </a:r>
          </a:p>
          <a:p>
            <a:pPr lvl="1"/>
            <a:r>
              <a:rPr lang="en-GB" dirty="0" err="1"/>
              <a:t>Athrinandan</a:t>
            </a:r>
            <a:r>
              <a:rPr lang="en-GB" dirty="0"/>
              <a:t> </a:t>
            </a:r>
            <a:r>
              <a:rPr lang="en-GB" dirty="0" err="1"/>
              <a:t>Alimilla</a:t>
            </a:r>
            <a:r>
              <a:rPr lang="en-GB" dirty="0"/>
              <a:t> – specific was the Chrome driver. </a:t>
            </a:r>
          </a:p>
          <a:p>
            <a:pPr lvl="1"/>
            <a:r>
              <a:rPr lang="en-GB" dirty="0"/>
              <a:t>Most of the team had issues getting the software working. _ these where mostly fixed within the team.</a:t>
            </a:r>
          </a:p>
          <a:p>
            <a:pPr lvl="1"/>
            <a:endParaRPr lang="en-GB" dirty="0"/>
          </a:p>
          <a:p>
            <a:r>
              <a:rPr lang="en-GB" dirty="0"/>
              <a:t>Hire Employee - Task</a:t>
            </a:r>
          </a:p>
          <a:p>
            <a:pPr lvl="1"/>
            <a:r>
              <a:rPr lang="en-GB" dirty="0"/>
              <a:t>Hire Employee was the first test that we tried to complete failing to get the components working we spent more time than we should of trying to work out if we had misunderstood something or if it was a problem with the application.</a:t>
            </a:r>
          </a:p>
        </p:txBody>
      </p:sp>
    </p:spTree>
    <p:extLst>
      <p:ext uri="{BB962C8B-B14F-4D97-AF65-F5344CB8AC3E}">
        <p14:creationId xmlns:p14="http://schemas.microsoft.com/office/powerpoint/2010/main" val="1921162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AF9-3FCA-7F36-A2D0-72DF869A9F44}"/>
              </a:ext>
            </a:extLst>
          </p:cNvPr>
          <p:cNvSpPr>
            <a:spLocks noGrp="1"/>
          </p:cNvSpPr>
          <p:nvPr>
            <p:ph type="title"/>
          </p:nvPr>
        </p:nvSpPr>
        <p:spPr/>
        <p:txBody>
          <a:bodyPr/>
          <a:lstStyle/>
          <a:p>
            <a:r>
              <a:rPr lang="en-GB" dirty="0"/>
              <a:t>Training issues</a:t>
            </a:r>
          </a:p>
        </p:txBody>
      </p:sp>
      <p:sp>
        <p:nvSpPr>
          <p:cNvPr id="3" name="Content Placeholder 2">
            <a:extLst>
              <a:ext uri="{FF2B5EF4-FFF2-40B4-BE49-F238E27FC236}">
                <a16:creationId xmlns:a16="http://schemas.microsoft.com/office/drawing/2014/main" id="{9BFC10A1-F0C2-2800-34F5-E9C8B2AA196C}"/>
              </a:ext>
            </a:extLst>
          </p:cNvPr>
          <p:cNvSpPr>
            <a:spLocks noGrp="1"/>
          </p:cNvSpPr>
          <p:nvPr>
            <p:ph idx="1"/>
          </p:nvPr>
        </p:nvSpPr>
        <p:spPr/>
        <p:txBody>
          <a:bodyPr/>
          <a:lstStyle/>
          <a:p>
            <a:r>
              <a:rPr lang="en-GB" dirty="0"/>
              <a:t>Training: </a:t>
            </a:r>
          </a:p>
          <a:p>
            <a:pPr lvl="1"/>
            <a:r>
              <a:rPr lang="en-GB" dirty="0"/>
              <a:t>Once we had access to the system spent some time going through the videos to get everything up and running</a:t>
            </a:r>
          </a:p>
          <a:p>
            <a:pPr lvl="1"/>
            <a:r>
              <a:rPr lang="en-GB" dirty="0"/>
              <a:t>Team found the training Videos  hard to follow </a:t>
            </a:r>
          </a:p>
          <a:p>
            <a:pPr lvl="2"/>
            <a:r>
              <a:rPr lang="en-GB" dirty="0"/>
              <a:t>as did not have a clear, linear structure.  </a:t>
            </a:r>
          </a:p>
          <a:p>
            <a:pPr lvl="2"/>
            <a:r>
              <a:rPr lang="en-GB" dirty="0"/>
              <a:t>Various times need to refer back to them this made it difficult to quickly identify area which was needed</a:t>
            </a:r>
          </a:p>
          <a:p>
            <a:pPr lvl="1"/>
            <a:r>
              <a:rPr lang="en-GB" dirty="0"/>
              <a:t>During the training we did not have access to the training environment</a:t>
            </a:r>
          </a:p>
          <a:p>
            <a:pPr lvl="2"/>
            <a:r>
              <a:rPr lang="en-GB" dirty="0"/>
              <a:t>This  meant the team only known that they had not fully grasped something until they applied it.</a:t>
            </a:r>
          </a:p>
          <a:p>
            <a:pPr lvl="1"/>
            <a:r>
              <a:rPr lang="en-GB" dirty="0"/>
              <a:t>Hands on Experience during the training would of helped to </a:t>
            </a:r>
            <a:r>
              <a:rPr lang="en-GB" dirty="0" err="1"/>
              <a:t>cerment</a:t>
            </a:r>
            <a:r>
              <a:rPr lang="en-GB" dirty="0"/>
              <a:t> knowledge</a:t>
            </a:r>
          </a:p>
        </p:txBody>
      </p:sp>
    </p:spTree>
    <p:extLst>
      <p:ext uri="{BB962C8B-B14F-4D97-AF65-F5344CB8AC3E}">
        <p14:creationId xmlns:p14="http://schemas.microsoft.com/office/powerpoint/2010/main" val="665652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523</TotalTime>
  <Words>216</Words>
  <Application>Microsoft Office PowerPoint</Application>
  <PresentationFormat>Widescreen</PresentationFormat>
  <Paragraphs>19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Issues</vt:lpstr>
      <vt:lpstr>Issues</vt:lpstr>
      <vt:lpstr>Training issues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Ede</dc:creator>
  <cp:lastModifiedBy>Daniel Ede</cp:lastModifiedBy>
  <cp:revision>2</cp:revision>
  <dcterms:created xsi:type="dcterms:W3CDTF">2025-03-27T09:55:18Z</dcterms:created>
  <dcterms:modified xsi:type="dcterms:W3CDTF">2025-03-27T18:38:32Z</dcterms:modified>
</cp:coreProperties>
</file>